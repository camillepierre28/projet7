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Puls-Events RAG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 err="1"/>
              <a:t>Pr</a:t>
            </a:r>
            <a:r>
              <a:rPr lang="fr-FR" dirty="0"/>
              <a:t>é</a:t>
            </a:r>
            <a:r>
              <a:rPr dirty="0" err="1"/>
              <a:t>sentation</a:t>
            </a:r>
            <a:r>
              <a:rPr dirty="0"/>
              <a:t> du </a:t>
            </a:r>
            <a:r>
              <a:rPr dirty="0" err="1"/>
              <a:t>fonctionnement</a:t>
            </a:r>
            <a:r>
              <a:rPr dirty="0"/>
              <a:t> du syst</a:t>
            </a:r>
            <a:r>
              <a:rPr lang="fr-FR" dirty="0"/>
              <a:t>è</a:t>
            </a:r>
            <a:r>
              <a:rPr dirty="0"/>
              <a:t>me, des r</a:t>
            </a:r>
            <a:r>
              <a:rPr lang="fr-FR" dirty="0"/>
              <a:t>é</a:t>
            </a:r>
            <a:r>
              <a:rPr dirty="0" err="1"/>
              <a:t>sultats</a:t>
            </a:r>
            <a:r>
              <a:rPr dirty="0"/>
              <a:t> </a:t>
            </a:r>
            <a:r>
              <a:rPr dirty="0" err="1"/>
              <a:t>obtenus</a:t>
            </a:r>
            <a:r>
              <a:rPr dirty="0"/>
              <a:t> et des perspectives d</a:t>
            </a:r>
            <a:r>
              <a:rPr lang="fr-FR" dirty="0"/>
              <a:t>'</a:t>
            </a:r>
            <a:r>
              <a:rPr dirty="0"/>
              <a:t>am</a:t>
            </a:r>
            <a:r>
              <a:rPr lang="fr-FR" dirty="0"/>
              <a:t>é</a:t>
            </a:r>
            <a:r>
              <a:rPr dirty="0" err="1"/>
              <a:t>lioration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 err="1"/>
              <a:t>Projet</a:t>
            </a:r>
            <a:r>
              <a:rPr dirty="0"/>
              <a:t> : chatbot RAG pour </a:t>
            </a:r>
            <a:r>
              <a:rPr dirty="0" err="1"/>
              <a:t>interroger</a:t>
            </a:r>
            <a:r>
              <a:rPr dirty="0"/>
              <a:t>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culturels</a:t>
            </a:r>
            <a:r>
              <a:rPr dirty="0"/>
              <a:t> </a:t>
            </a:r>
            <a:r>
              <a:rPr dirty="0" err="1"/>
              <a:t>issus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 err="1"/>
              <a:t>OpenAgenda</a:t>
            </a:r>
            <a:r>
              <a:rPr dirty="0"/>
              <a:t> / </a:t>
            </a:r>
            <a:r>
              <a:rPr dirty="0" err="1"/>
              <a:t>OpenDataSoft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Objectif : </a:t>
            </a:r>
            <a:r>
              <a:rPr dirty="0" err="1"/>
              <a:t>permettre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un </a:t>
            </a:r>
            <a:r>
              <a:rPr dirty="0" err="1"/>
              <a:t>utilisateur</a:t>
            </a:r>
            <a:r>
              <a:rPr dirty="0"/>
              <a:t> de poser </a:t>
            </a:r>
            <a:r>
              <a:rPr dirty="0" err="1"/>
              <a:t>une</a:t>
            </a:r>
            <a:r>
              <a:rPr dirty="0"/>
              <a:t> question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langage</a:t>
            </a:r>
            <a:r>
              <a:rPr dirty="0"/>
              <a:t> naturel et d</a:t>
            </a:r>
            <a:r>
              <a:rPr lang="fr-FR" dirty="0"/>
              <a:t>'</a:t>
            </a:r>
            <a:r>
              <a:rPr dirty="0" err="1"/>
              <a:t>obtenir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</a:t>
            </a:r>
            <a:r>
              <a:rPr dirty="0" err="1"/>
              <a:t>fiable</a:t>
            </a:r>
            <a:r>
              <a:rPr dirty="0"/>
              <a:t>, </a:t>
            </a:r>
            <a:r>
              <a:rPr dirty="0" err="1"/>
              <a:t>sourc</a:t>
            </a:r>
            <a:r>
              <a:rPr lang="fr-FR" dirty="0"/>
              <a:t>é</a:t>
            </a:r>
            <a:r>
              <a:rPr dirty="0"/>
              <a:t>e et exploitable.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/>
              <a:t>pond </a:t>
            </a:r>
            <a:r>
              <a:rPr lang="fr-FR" dirty="0"/>
              <a:t>à</a:t>
            </a:r>
            <a:r>
              <a:rPr dirty="0"/>
              <a:t> un </a:t>
            </a:r>
            <a:r>
              <a:rPr dirty="0" err="1"/>
              <a:t>besoin</a:t>
            </a:r>
            <a:r>
              <a:rPr dirty="0"/>
              <a:t> de recherche int</a:t>
            </a:r>
            <a:r>
              <a:rPr lang="fr-FR" dirty="0"/>
              <a:t>e</a:t>
            </a:r>
            <a:r>
              <a:rPr dirty="0" err="1"/>
              <a:t>lligente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base d</a:t>
            </a:r>
            <a:r>
              <a:rPr lang="fr-FR" dirty="0"/>
              <a:t>’é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culturels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d</a:t>
            </a:r>
            <a:r>
              <a:rPr lang="fr-FR" dirty="0"/>
              <a:t>’é</a:t>
            </a:r>
            <a:r>
              <a:rPr dirty="0"/>
              <a:t>v</a:t>
            </a:r>
            <a:r>
              <a:rPr lang="fr-FR" dirty="0"/>
              <a:t>é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changent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guli</a:t>
            </a:r>
            <a:r>
              <a:rPr lang="fr-FR" dirty="0"/>
              <a:t>è</a:t>
            </a:r>
            <a:r>
              <a:rPr dirty="0" err="1"/>
              <a:t>rement</a:t>
            </a:r>
            <a:r>
              <a:rPr dirty="0"/>
              <a:t> : dates, </a:t>
            </a:r>
            <a:r>
              <a:rPr dirty="0" err="1"/>
              <a:t>lieux</a:t>
            </a:r>
            <a:r>
              <a:rPr dirty="0"/>
              <a:t>, villes, descriptions et liens sources.</a:t>
            </a:r>
          </a:p>
          <a:p>
            <a:pPr>
              <a:defRPr sz="1900"/>
            </a:pPr>
            <a:r>
              <a:rPr dirty="0"/>
              <a:t>Un mod</a:t>
            </a:r>
            <a:r>
              <a:rPr lang="fr-FR" dirty="0"/>
              <a:t>è</a:t>
            </a:r>
            <a:r>
              <a:rPr dirty="0"/>
              <a:t>le de </a:t>
            </a:r>
            <a:r>
              <a:rPr dirty="0" err="1"/>
              <a:t>langage</a:t>
            </a:r>
            <a:r>
              <a:rPr dirty="0"/>
              <a:t> seul ne </a:t>
            </a:r>
            <a:r>
              <a:rPr dirty="0" err="1"/>
              <a:t>peut</a:t>
            </a:r>
            <a:r>
              <a:rPr dirty="0"/>
              <a:t> pas </a:t>
            </a:r>
            <a:r>
              <a:rPr dirty="0" err="1"/>
              <a:t>garantir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information </a:t>
            </a:r>
            <a:r>
              <a:rPr lang="fr-FR" dirty="0"/>
              <a:t>à</a:t>
            </a:r>
            <a:r>
              <a:rPr dirty="0"/>
              <a:t> jour </a:t>
            </a:r>
            <a:r>
              <a:rPr dirty="0" err="1"/>
              <a:t>ou</a:t>
            </a:r>
            <a:r>
              <a:rPr dirty="0"/>
              <a:t> v</a:t>
            </a:r>
            <a:r>
              <a:rPr lang="fr-FR" dirty="0"/>
              <a:t>é</a:t>
            </a:r>
            <a:r>
              <a:rPr dirty="0" err="1"/>
              <a:t>rifiable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 choix d</a:t>
            </a:r>
            <a:r>
              <a:rPr lang="fr-FR" dirty="0"/>
              <a:t>'</a:t>
            </a:r>
            <a:r>
              <a:rPr dirty="0" err="1"/>
              <a:t>une</a:t>
            </a:r>
            <a:r>
              <a:rPr dirty="0"/>
              <a:t> architecture RAG </a:t>
            </a:r>
            <a:r>
              <a:rPr dirty="0" err="1"/>
              <a:t>permet</a:t>
            </a:r>
            <a:r>
              <a:rPr dirty="0"/>
              <a:t> de combiner </a:t>
            </a:r>
            <a:r>
              <a:rPr dirty="0" err="1"/>
              <a:t>une</a:t>
            </a:r>
            <a:r>
              <a:rPr dirty="0"/>
              <a:t> base </a:t>
            </a:r>
            <a:r>
              <a:rPr dirty="0" err="1"/>
              <a:t>documentaire</a:t>
            </a:r>
            <a:r>
              <a:rPr dirty="0"/>
              <a:t> </a:t>
            </a:r>
            <a:r>
              <a:rPr dirty="0" err="1"/>
              <a:t>contr</a:t>
            </a:r>
            <a:r>
              <a:rPr lang="fr-FR" dirty="0"/>
              <a:t>ô</a:t>
            </a:r>
            <a:r>
              <a:rPr dirty="0"/>
              <a:t>l</a:t>
            </a:r>
            <a:r>
              <a:rPr lang="fr-FR" dirty="0"/>
              <a:t>é</a:t>
            </a:r>
            <a:r>
              <a:rPr dirty="0"/>
              <a:t>e avec la </a:t>
            </a:r>
            <a:r>
              <a:rPr dirty="0" err="1"/>
              <a:t>capacit</a:t>
            </a:r>
            <a:r>
              <a:rPr lang="fr-FR" dirty="0"/>
              <a:t>é</a:t>
            </a:r>
            <a:r>
              <a:rPr dirty="0"/>
              <a:t> de r</a:t>
            </a:r>
            <a:r>
              <a:rPr lang="fr-FR" dirty="0"/>
              <a:t>é</a:t>
            </a:r>
            <a:r>
              <a:rPr dirty="0" err="1"/>
              <a:t>daction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un mod</a:t>
            </a:r>
            <a:r>
              <a:rPr lang="fr-FR" dirty="0"/>
              <a:t>è</a:t>
            </a:r>
            <a:r>
              <a:rPr dirty="0"/>
              <a:t>le de </a:t>
            </a:r>
            <a:r>
              <a:rPr dirty="0" err="1"/>
              <a:t>langage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 err="1"/>
              <a:t>Objectifs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 err="1"/>
              <a:t>Permettre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recherche d</a:t>
            </a:r>
            <a:r>
              <a:rPr lang="fr-FR" dirty="0"/>
              <a:t>’é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langage</a:t>
            </a:r>
            <a:r>
              <a:rPr dirty="0"/>
              <a:t> naturel.</a:t>
            </a:r>
          </a:p>
          <a:p>
            <a:pPr>
              <a:defRPr sz="1900"/>
            </a:pPr>
            <a:r>
              <a:rPr dirty="0" err="1"/>
              <a:t>Recommander</a:t>
            </a:r>
            <a:r>
              <a:rPr dirty="0"/>
              <a:t>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ville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p</a:t>
            </a:r>
            <a:r>
              <a:rPr lang="fr-FR" dirty="0"/>
              <a:t>é</a:t>
            </a:r>
            <a:r>
              <a:rPr dirty="0" err="1"/>
              <a:t>riode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th</a:t>
            </a:r>
            <a:r>
              <a:rPr lang="fr-FR" dirty="0"/>
              <a:t>è</a:t>
            </a:r>
            <a:r>
              <a:rPr dirty="0"/>
              <a:t>me.</a:t>
            </a:r>
          </a:p>
          <a:p>
            <a:pPr>
              <a:defRPr sz="1900"/>
            </a:pPr>
            <a:r>
              <a:rPr dirty="0"/>
              <a:t>R</a:t>
            </a:r>
            <a:r>
              <a:rPr lang="fr-FR" dirty="0"/>
              <a:t>é</a:t>
            </a:r>
            <a:r>
              <a:rPr dirty="0" err="1"/>
              <a:t>duire</a:t>
            </a:r>
            <a:r>
              <a:rPr dirty="0"/>
              <a:t> le </a:t>
            </a:r>
            <a:r>
              <a:rPr dirty="0" err="1"/>
              <a:t>risque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hallucination </a:t>
            </a:r>
            <a:r>
              <a:rPr dirty="0" err="1"/>
              <a:t>en</a:t>
            </a:r>
            <a:r>
              <a:rPr dirty="0"/>
              <a:t> for</a:t>
            </a:r>
            <a:r>
              <a:rPr lang="fr-FR" dirty="0"/>
              <a:t>m</a:t>
            </a:r>
            <a:r>
              <a:rPr dirty="0"/>
              <a:t>ant le mod</a:t>
            </a:r>
            <a:r>
              <a:rPr lang="fr-FR" dirty="0"/>
              <a:t>è</a:t>
            </a:r>
            <a:r>
              <a:rPr dirty="0"/>
              <a:t>le </a:t>
            </a:r>
            <a:r>
              <a:rPr lang="fr-FR" dirty="0"/>
              <a:t>à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pondre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partir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un </a:t>
            </a:r>
            <a:r>
              <a:rPr dirty="0" err="1"/>
              <a:t>contexte</a:t>
            </a:r>
            <a:r>
              <a:rPr dirty="0"/>
              <a:t> </a:t>
            </a:r>
            <a:r>
              <a:rPr dirty="0" err="1"/>
              <a:t>fourni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 err="1"/>
              <a:t>Retourner</a:t>
            </a:r>
            <a:r>
              <a:rPr dirty="0"/>
              <a:t> les sources utilis</a:t>
            </a:r>
            <a:r>
              <a:rPr lang="fr-FR" dirty="0"/>
              <a:t>é</a:t>
            </a:r>
            <a:r>
              <a:rPr dirty="0"/>
              <a:t>es pour </a:t>
            </a:r>
            <a:r>
              <a:rPr dirty="0" err="1"/>
              <a:t>rendre</a:t>
            </a:r>
            <a:r>
              <a:rPr dirty="0"/>
              <a:t> les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v</a:t>
            </a:r>
            <a:r>
              <a:rPr lang="fr-FR" dirty="0"/>
              <a:t>é</a:t>
            </a:r>
            <a:r>
              <a:rPr dirty="0" err="1"/>
              <a:t>rifiables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Exposer le syst</a:t>
            </a:r>
            <a:r>
              <a:rPr lang="fr-FR" dirty="0"/>
              <a:t>è</a:t>
            </a:r>
            <a:r>
              <a:rPr dirty="0"/>
              <a:t>me via </a:t>
            </a:r>
            <a:r>
              <a:rPr dirty="0" err="1"/>
              <a:t>une</a:t>
            </a:r>
            <a:r>
              <a:rPr dirty="0"/>
              <a:t> API REST </a:t>
            </a:r>
            <a:r>
              <a:rPr dirty="0" err="1"/>
              <a:t>utilisable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interface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autre</a:t>
            </a:r>
            <a:r>
              <a:rPr dirty="0"/>
              <a:t>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Principe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 err="1"/>
              <a:t>ral</a:t>
            </a:r>
            <a:r>
              <a:rPr dirty="0"/>
              <a:t> du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RAG </a:t>
            </a:r>
            <a:r>
              <a:rPr dirty="0" err="1"/>
              <a:t>signifie</a:t>
            </a:r>
            <a:r>
              <a:rPr dirty="0"/>
              <a:t> Retrieval-Augmented Generation.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syst</a:t>
            </a:r>
            <a:r>
              <a:rPr lang="fr-FR" dirty="0"/>
              <a:t>è</a:t>
            </a:r>
            <a:r>
              <a:rPr dirty="0"/>
              <a:t>me ne </a:t>
            </a:r>
            <a:r>
              <a:rPr dirty="0" err="1"/>
              <a:t>demande</a:t>
            </a:r>
            <a:r>
              <a:rPr dirty="0"/>
              <a:t> pas </a:t>
            </a:r>
            <a:r>
              <a:rPr dirty="0" err="1"/>
              <a:t>directement</a:t>
            </a:r>
            <a:r>
              <a:rPr dirty="0"/>
              <a:t> au mod</a:t>
            </a:r>
            <a:r>
              <a:rPr lang="fr-FR" dirty="0"/>
              <a:t>è</a:t>
            </a:r>
            <a:r>
              <a:rPr dirty="0"/>
              <a:t>le de </a:t>
            </a:r>
            <a:r>
              <a:rPr dirty="0" err="1"/>
              <a:t>langage</a:t>
            </a:r>
            <a:r>
              <a:rPr dirty="0"/>
              <a:t> de r</a:t>
            </a:r>
            <a:r>
              <a:rPr lang="fr-FR" dirty="0"/>
              <a:t>é</a:t>
            </a:r>
            <a:r>
              <a:rPr dirty="0" err="1"/>
              <a:t>pondre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 err="1"/>
              <a:t>moire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Il commence par </a:t>
            </a:r>
            <a:r>
              <a:rPr dirty="0" err="1"/>
              <a:t>rechercher</a:t>
            </a:r>
            <a:r>
              <a:rPr dirty="0"/>
              <a:t> les documents les plus </a:t>
            </a:r>
            <a:r>
              <a:rPr dirty="0" err="1"/>
              <a:t>pertinents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base </a:t>
            </a:r>
            <a:r>
              <a:rPr dirty="0" err="1"/>
              <a:t>vectorielle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Ensuite, les documents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fournis</a:t>
            </a:r>
            <a:r>
              <a:rPr dirty="0"/>
              <a:t> au mod</a:t>
            </a:r>
            <a:r>
              <a:rPr lang="fr-FR" dirty="0"/>
              <a:t>è</a:t>
            </a:r>
            <a:r>
              <a:rPr dirty="0"/>
              <a:t>le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contexte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 mod</a:t>
            </a:r>
            <a:r>
              <a:rPr lang="fr-FR" dirty="0"/>
              <a:t>è</a:t>
            </a:r>
            <a:r>
              <a:rPr dirty="0"/>
              <a:t>le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è</a:t>
            </a:r>
            <a:r>
              <a:rPr dirty="0"/>
              <a:t>re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bas</a:t>
            </a:r>
            <a:r>
              <a:rPr lang="fr-FR" dirty="0"/>
              <a:t>é</a:t>
            </a:r>
            <a:r>
              <a:rPr dirty="0"/>
              <a:t>e sur </a:t>
            </a:r>
            <a:r>
              <a:rPr dirty="0" err="1"/>
              <a:t>ces</a:t>
            </a:r>
            <a:r>
              <a:rPr dirty="0"/>
              <a:t> documents, avec </a:t>
            </a:r>
            <a:r>
              <a:rPr dirty="0" err="1"/>
              <a:t>moins</a:t>
            </a:r>
            <a:r>
              <a:rPr dirty="0"/>
              <a:t> de </a:t>
            </a:r>
            <a:r>
              <a:rPr dirty="0" err="1"/>
              <a:t>risque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invention.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Cha</a:t>
            </a:r>
            <a:r>
              <a:rPr lang="fr-FR" dirty="0"/>
              <a:t>î</a:t>
            </a:r>
            <a:r>
              <a:rPr dirty="0"/>
              <a:t>ne </a:t>
            </a:r>
            <a:r>
              <a:rPr dirty="0" err="1"/>
              <a:t>globale</a:t>
            </a:r>
            <a:r>
              <a:rPr dirty="0"/>
              <a:t> du syst</a:t>
            </a:r>
            <a:r>
              <a:rPr lang="fr-FR" dirty="0"/>
              <a:t>è</a:t>
            </a:r>
            <a:r>
              <a:rPr dirty="0"/>
              <a:t>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1.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é</a:t>
            </a:r>
            <a:r>
              <a:rPr dirty="0"/>
              <a:t>ration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</a:t>
            </a:r>
            <a:r>
              <a:rPr dirty="0" err="1"/>
              <a:t>OpenAgenda</a:t>
            </a:r>
            <a:r>
              <a:rPr dirty="0"/>
              <a:t> / </a:t>
            </a:r>
            <a:r>
              <a:rPr dirty="0" err="1"/>
              <a:t>OpenDataSoft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2. </a:t>
            </a:r>
            <a:r>
              <a:rPr dirty="0" err="1"/>
              <a:t>Nettoyage</a:t>
            </a:r>
            <a:r>
              <a:rPr dirty="0"/>
              <a:t>, </a:t>
            </a:r>
            <a:r>
              <a:rPr dirty="0" err="1"/>
              <a:t>normalisation</a:t>
            </a:r>
            <a:r>
              <a:rPr dirty="0"/>
              <a:t> et </a:t>
            </a:r>
            <a:r>
              <a:rPr dirty="0" err="1"/>
              <a:t>filtrage</a:t>
            </a:r>
            <a:r>
              <a:rPr dirty="0"/>
              <a:t> des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es.</a:t>
            </a:r>
          </a:p>
          <a:p>
            <a:pPr>
              <a:defRPr sz="1900"/>
            </a:pPr>
            <a:r>
              <a:rPr dirty="0"/>
              <a:t>3. Transformation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documents </a:t>
            </a:r>
            <a:r>
              <a:rPr dirty="0" err="1"/>
              <a:t>exploitables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4. D</a:t>
            </a:r>
            <a:r>
              <a:rPr lang="fr-FR" dirty="0"/>
              <a:t>é</a:t>
            </a:r>
            <a:r>
              <a:rPr dirty="0" err="1"/>
              <a:t>coupage</a:t>
            </a:r>
            <a:r>
              <a:rPr dirty="0"/>
              <a:t> des documents </a:t>
            </a:r>
            <a:r>
              <a:rPr dirty="0" err="1"/>
              <a:t>en</a:t>
            </a:r>
            <a:r>
              <a:rPr dirty="0"/>
              <a:t> chunks.</a:t>
            </a:r>
          </a:p>
          <a:p>
            <a:pPr>
              <a:defRPr sz="1900"/>
            </a:pPr>
            <a:r>
              <a:rPr dirty="0"/>
              <a:t>5. Cr</a:t>
            </a:r>
            <a:r>
              <a:rPr lang="fr-FR" dirty="0"/>
              <a:t>é</a:t>
            </a:r>
            <a:r>
              <a:rPr dirty="0" err="1"/>
              <a:t>ation</a:t>
            </a:r>
            <a:r>
              <a:rPr dirty="0"/>
              <a:t> des embeddings avec Mistral.</a:t>
            </a:r>
          </a:p>
          <a:p>
            <a:pPr>
              <a:defRPr sz="1900"/>
            </a:pPr>
            <a:r>
              <a:rPr dirty="0"/>
              <a:t>6. Indexation des </a:t>
            </a:r>
            <a:r>
              <a:rPr dirty="0" err="1"/>
              <a:t>vecteurs</a:t>
            </a:r>
            <a:r>
              <a:rPr dirty="0"/>
              <a:t> dans FAISS.</a:t>
            </a:r>
          </a:p>
          <a:p>
            <a:pPr>
              <a:defRPr sz="1900"/>
            </a:pPr>
            <a:r>
              <a:rPr dirty="0"/>
              <a:t>7. Recherche des documents </a:t>
            </a:r>
            <a:r>
              <a:rPr dirty="0" err="1"/>
              <a:t>pertinents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partir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 err="1"/>
              <a:t>une</a:t>
            </a:r>
            <a:r>
              <a:rPr dirty="0"/>
              <a:t> question </a:t>
            </a:r>
            <a:r>
              <a:rPr dirty="0" err="1"/>
              <a:t>utilisateur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8.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ration de la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avec Mistral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partir</a:t>
            </a:r>
            <a:r>
              <a:rPr dirty="0"/>
              <a:t> du </a:t>
            </a:r>
            <a:r>
              <a:rPr dirty="0" err="1"/>
              <a:t>contexte</a:t>
            </a:r>
            <a:r>
              <a:rPr dirty="0"/>
              <a:t> </a:t>
            </a:r>
            <a:r>
              <a:rPr dirty="0" err="1"/>
              <a:t>retrouv</a:t>
            </a:r>
            <a:r>
              <a:rPr lang="fr-FR" dirty="0"/>
              <a:t>é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9. Retour de la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, des sources et d</a:t>
            </a:r>
            <a:r>
              <a:rPr lang="fr-FR" dirty="0"/>
              <a:t>'</a:t>
            </a:r>
            <a:r>
              <a:rPr dirty="0" err="1"/>
              <a:t>une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/>
              <a:t>valuation </a:t>
            </a:r>
            <a:r>
              <a:rPr dirty="0" err="1"/>
              <a:t>automatique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 err="1"/>
              <a:t>Collecte</a:t>
            </a:r>
            <a:r>
              <a:rPr dirty="0"/>
              <a:t> et pr</a:t>
            </a:r>
            <a:r>
              <a:rPr lang="fr-FR" dirty="0"/>
              <a:t>é</a:t>
            </a:r>
            <a:r>
              <a:rPr dirty="0" err="1"/>
              <a:t>paration</a:t>
            </a:r>
            <a:r>
              <a:rPr dirty="0"/>
              <a:t> des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La </a:t>
            </a:r>
            <a:r>
              <a:rPr dirty="0" err="1"/>
              <a:t>collecte</a:t>
            </a:r>
            <a:r>
              <a:rPr dirty="0"/>
              <a:t> est r</a:t>
            </a:r>
            <a:r>
              <a:rPr lang="fr-FR" dirty="0"/>
              <a:t>é</a:t>
            </a:r>
            <a:r>
              <a:rPr dirty="0" err="1"/>
              <a:t>alis</a:t>
            </a:r>
            <a:r>
              <a:rPr lang="fr-FR" dirty="0"/>
              <a:t>é</a:t>
            </a:r>
            <a:r>
              <a:rPr dirty="0"/>
              <a:t>e par le script scripts/fetch_openagenda.py.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script </a:t>
            </a:r>
            <a:r>
              <a:rPr dirty="0" err="1"/>
              <a:t>appelle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/>
              <a:t>API </a:t>
            </a:r>
            <a:r>
              <a:rPr dirty="0" err="1"/>
              <a:t>OpenAgenda</a:t>
            </a:r>
            <a:r>
              <a:rPr dirty="0"/>
              <a:t> / </a:t>
            </a:r>
            <a:r>
              <a:rPr dirty="0" err="1"/>
              <a:t>OpenDataSoft</a:t>
            </a:r>
            <a:r>
              <a:rPr dirty="0"/>
              <a:t> avec </a:t>
            </a:r>
            <a:r>
              <a:rPr dirty="0" err="1"/>
              <a:t>une</a:t>
            </a:r>
            <a:r>
              <a:rPr dirty="0"/>
              <a:t> pagination par offset.</a:t>
            </a:r>
          </a:p>
          <a:p>
            <a:pPr>
              <a:defRPr sz="1900"/>
            </a:pPr>
            <a:r>
              <a:rPr dirty="0"/>
              <a:t>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brutes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sauvegard</a:t>
            </a:r>
            <a:r>
              <a:rPr lang="fr-FR" dirty="0"/>
              <a:t>é</a:t>
            </a:r>
            <a:r>
              <a:rPr dirty="0"/>
              <a:t>es dans data/raw/</a:t>
            </a:r>
            <a:r>
              <a:rPr dirty="0" err="1"/>
              <a:t>events_raw.json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nettoy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sauvegard</a:t>
            </a:r>
            <a:r>
              <a:rPr lang="fr-FR" dirty="0"/>
              <a:t>é</a:t>
            </a:r>
            <a:r>
              <a:rPr dirty="0"/>
              <a:t>es dans data/processed/events_processed.csv et data/processed/</a:t>
            </a:r>
            <a:r>
              <a:rPr dirty="0" err="1"/>
              <a:t>events_processed.json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preprocessing </a:t>
            </a:r>
            <a:r>
              <a:rPr dirty="0" err="1"/>
              <a:t>supprime</a:t>
            </a:r>
            <a:r>
              <a:rPr dirty="0"/>
              <a:t> le HTML, </a:t>
            </a:r>
            <a:r>
              <a:rPr dirty="0" err="1"/>
              <a:t>normalise</a:t>
            </a:r>
            <a:r>
              <a:rPr dirty="0"/>
              <a:t> les </a:t>
            </a:r>
            <a:r>
              <a:rPr dirty="0" err="1"/>
              <a:t>espaces</a:t>
            </a:r>
            <a:r>
              <a:rPr dirty="0"/>
              <a:t>, retire les </a:t>
            </a:r>
            <a:r>
              <a:rPr dirty="0" err="1"/>
              <a:t>doublons</a:t>
            </a:r>
            <a:r>
              <a:rPr dirty="0"/>
              <a:t>, </a:t>
            </a:r>
            <a:r>
              <a:rPr dirty="0" err="1"/>
              <a:t>convertit</a:t>
            </a:r>
            <a:r>
              <a:rPr dirty="0"/>
              <a:t> les dates et conserve les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exploitables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Transformation en documents et chunks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 err="1"/>
              <a:t>Chaque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</a:t>
            </a:r>
            <a:r>
              <a:rPr dirty="0"/>
              <a:t> est transform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document </a:t>
            </a:r>
            <a:r>
              <a:rPr dirty="0" err="1"/>
              <a:t>LangChain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</a:t>
            </a:r>
            <a:r>
              <a:rPr dirty="0" err="1"/>
              <a:t>contenu</a:t>
            </a:r>
            <a:r>
              <a:rPr dirty="0"/>
              <a:t> principal du document correspond au </a:t>
            </a:r>
            <a:r>
              <a:rPr dirty="0" err="1"/>
              <a:t>texte</a:t>
            </a:r>
            <a:r>
              <a:rPr dirty="0"/>
              <a:t> utilis</a:t>
            </a:r>
            <a:r>
              <a:rPr lang="fr-FR" dirty="0"/>
              <a:t>é</a:t>
            </a:r>
            <a:r>
              <a:rPr dirty="0"/>
              <a:t> pour la recherche s</a:t>
            </a:r>
            <a:r>
              <a:rPr lang="fr-FR" dirty="0"/>
              <a:t>é</a:t>
            </a:r>
            <a:r>
              <a:rPr dirty="0" err="1"/>
              <a:t>mantique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Les m</a:t>
            </a:r>
            <a:r>
              <a:rPr lang="fr-FR" dirty="0"/>
              <a:t>é</a:t>
            </a:r>
            <a:r>
              <a:rPr dirty="0" err="1"/>
              <a:t>tadonn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conservent</a:t>
            </a:r>
            <a:r>
              <a:rPr dirty="0"/>
              <a:t> les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 : </a:t>
            </a:r>
            <a:r>
              <a:rPr dirty="0" err="1"/>
              <a:t>uid</a:t>
            </a:r>
            <a:r>
              <a:rPr dirty="0"/>
              <a:t>, </a:t>
            </a:r>
            <a:r>
              <a:rPr dirty="0" err="1"/>
              <a:t>titre</a:t>
            </a:r>
            <a:r>
              <a:rPr dirty="0"/>
              <a:t>, </a:t>
            </a:r>
            <a:r>
              <a:rPr dirty="0" err="1"/>
              <a:t>ville</a:t>
            </a:r>
            <a:r>
              <a:rPr dirty="0"/>
              <a:t>, date, lieu et URL.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documents </a:t>
            </a:r>
            <a:r>
              <a:rPr dirty="0" err="1"/>
              <a:t>sont</a:t>
            </a:r>
            <a:r>
              <a:rPr dirty="0"/>
              <a:t> ensuite d</a:t>
            </a:r>
            <a:r>
              <a:rPr lang="fr-FR" dirty="0"/>
              <a:t>é</a:t>
            </a:r>
            <a:r>
              <a:rPr dirty="0"/>
              <a:t>coup</a:t>
            </a:r>
            <a:r>
              <a:rPr lang="fr-FR" dirty="0"/>
              <a:t>é</a:t>
            </a:r>
            <a:r>
              <a:rPr dirty="0"/>
              <a:t>s </a:t>
            </a:r>
            <a:r>
              <a:rPr dirty="0" err="1"/>
              <a:t>en</a:t>
            </a:r>
            <a:r>
              <a:rPr dirty="0"/>
              <a:t> chunks pour am</a:t>
            </a:r>
            <a:r>
              <a:rPr lang="fr-FR" dirty="0"/>
              <a:t>é</a:t>
            </a:r>
            <a:r>
              <a:rPr dirty="0" err="1"/>
              <a:t>liorer</a:t>
            </a:r>
            <a:r>
              <a:rPr dirty="0"/>
              <a:t> la pr</a:t>
            </a:r>
            <a:r>
              <a:rPr lang="fr-FR" dirty="0"/>
              <a:t>é</a:t>
            </a:r>
            <a:r>
              <a:rPr dirty="0" err="1"/>
              <a:t>cision</a:t>
            </a:r>
            <a:r>
              <a:rPr dirty="0"/>
              <a:t> de la recherche.</a:t>
            </a:r>
          </a:p>
          <a:p>
            <a:pPr>
              <a:defRPr sz="1900"/>
            </a:pPr>
            <a:r>
              <a:rPr dirty="0"/>
              <a:t>Configuration </a:t>
            </a:r>
            <a:r>
              <a:rPr dirty="0" err="1"/>
              <a:t>actuelle</a:t>
            </a:r>
            <a:r>
              <a:rPr dirty="0"/>
              <a:t> : </a:t>
            </a:r>
            <a:r>
              <a:rPr dirty="0" err="1"/>
              <a:t>chunk_size</a:t>
            </a:r>
            <a:r>
              <a:rPr dirty="0"/>
              <a:t> = 800 et </a:t>
            </a:r>
            <a:r>
              <a:rPr dirty="0" err="1"/>
              <a:t>chunk_overlap</a:t>
            </a:r>
            <a:r>
              <a:rPr dirty="0"/>
              <a:t> = 120.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Embeddings et index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Les embeddings </a:t>
            </a:r>
            <a:r>
              <a:rPr dirty="0" err="1"/>
              <a:t>sont</a:t>
            </a:r>
            <a:r>
              <a:rPr dirty="0"/>
              <a:t>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s avec le mod</a:t>
            </a:r>
            <a:r>
              <a:rPr lang="fr-FR" dirty="0"/>
              <a:t>è</a:t>
            </a:r>
            <a:r>
              <a:rPr dirty="0"/>
              <a:t>le mistral-embed.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Un embedding </a:t>
            </a:r>
            <a:r>
              <a:rPr dirty="0" err="1"/>
              <a:t>transforme</a:t>
            </a:r>
            <a:r>
              <a:rPr dirty="0"/>
              <a:t> un </a:t>
            </a:r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vecteur</a:t>
            </a:r>
            <a:r>
              <a:rPr dirty="0"/>
              <a:t> num</a:t>
            </a:r>
            <a:r>
              <a:rPr lang="fr-FR" dirty="0"/>
              <a:t>é</a:t>
            </a:r>
            <a:r>
              <a:rPr dirty="0" err="1"/>
              <a:t>rique</a:t>
            </a:r>
            <a:r>
              <a:rPr dirty="0"/>
              <a:t> </a:t>
            </a:r>
            <a:r>
              <a:rPr dirty="0" err="1"/>
              <a:t>repr</a:t>
            </a:r>
            <a:r>
              <a:rPr lang="fr-FR" dirty="0"/>
              <a:t>é</a:t>
            </a:r>
            <a:r>
              <a:rPr dirty="0" err="1"/>
              <a:t>sentant</a:t>
            </a:r>
            <a:r>
              <a:rPr dirty="0"/>
              <a:t> son </a:t>
            </a:r>
            <a:r>
              <a:rPr dirty="0" err="1"/>
              <a:t>sens.</a:t>
            </a:r>
            <a:endParaRPr dirty="0"/>
          </a:p>
          <a:p>
            <a:pPr>
              <a:defRPr sz="1900"/>
            </a:pPr>
            <a:r>
              <a:rPr dirty="0"/>
              <a:t>Deux </a:t>
            </a:r>
            <a:r>
              <a:rPr dirty="0" err="1"/>
              <a:t>textes</a:t>
            </a:r>
            <a:r>
              <a:rPr dirty="0"/>
              <a:t> </a:t>
            </a:r>
            <a:r>
              <a:rPr dirty="0" err="1"/>
              <a:t>proches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signification </a:t>
            </a:r>
            <a:r>
              <a:rPr dirty="0" err="1"/>
              <a:t>ont</a:t>
            </a:r>
            <a:r>
              <a:rPr dirty="0"/>
              <a:t> des </a:t>
            </a:r>
            <a:r>
              <a:rPr dirty="0" err="1"/>
              <a:t>vecteurs</a:t>
            </a:r>
            <a:r>
              <a:rPr dirty="0"/>
              <a:t> </a:t>
            </a:r>
            <a:r>
              <a:rPr dirty="0" err="1"/>
              <a:t>proches</a:t>
            </a:r>
            <a:r>
              <a:rPr dirty="0"/>
              <a:t>, m</a:t>
            </a:r>
            <a:r>
              <a:rPr lang="fr-FR" dirty="0"/>
              <a:t>ê</a:t>
            </a:r>
            <a:r>
              <a:rPr dirty="0"/>
              <a:t>me </a:t>
            </a:r>
            <a:r>
              <a:rPr dirty="0" err="1"/>
              <a:t>si</a:t>
            </a:r>
            <a:r>
              <a:rPr dirty="0"/>
              <a:t> les mots utilis</a:t>
            </a:r>
            <a:r>
              <a:rPr lang="fr-FR" dirty="0"/>
              <a:t>é</a:t>
            </a:r>
            <a:r>
              <a:rPr dirty="0"/>
              <a:t>s </a:t>
            </a:r>
            <a:r>
              <a:rPr dirty="0" err="1"/>
              <a:t>sont</a:t>
            </a:r>
            <a:r>
              <a:rPr dirty="0"/>
              <a:t> diff</a:t>
            </a:r>
            <a:r>
              <a:rPr lang="fr-FR" dirty="0"/>
              <a:t>é</a:t>
            </a:r>
            <a:r>
              <a:rPr dirty="0"/>
              <a:t>rents.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FAISS </a:t>
            </a:r>
            <a:r>
              <a:rPr dirty="0" err="1"/>
              <a:t>stocke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vecteurs</a:t>
            </a:r>
            <a:r>
              <a:rPr dirty="0"/>
              <a:t> et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retrouver</a:t>
            </a:r>
            <a:r>
              <a:rPr dirty="0"/>
              <a:t> </a:t>
            </a:r>
            <a:r>
              <a:rPr dirty="0" err="1"/>
              <a:t>rapidement</a:t>
            </a:r>
            <a:r>
              <a:rPr dirty="0"/>
              <a:t> les chunks les plus </a:t>
            </a:r>
            <a:r>
              <a:rPr dirty="0" err="1"/>
              <a:t>proches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 err="1"/>
              <a:t>une</a:t>
            </a:r>
            <a:r>
              <a:rPr dirty="0"/>
              <a:t> question </a:t>
            </a:r>
            <a:r>
              <a:rPr dirty="0" err="1"/>
              <a:t>utilisateur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</a:t>
            </a:r>
            <a:r>
              <a:rPr lang="fr-FR" dirty="0"/>
              <a:t>'</a:t>
            </a:r>
            <a:r>
              <a:rPr dirty="0"/>
              <a:t>index FAISS est </a:t>
            </a:r>
            <a:r>
              <a:rPr dirty="0" err="1"/>
              <a:t>sauvegard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localement</a:t>
            </a:r>
            <a:r>
              <a:rPr dirty="0"/>
              <a:t> dans </a:t>
            </a:r>
            <a:r>
              <a:rPr dirty="0" err="1"/>
              <a:t>vectorstore</a:t>
            </a:r>
            <a:r>
              <a:rPr dirty="0"/>
              <a:t>/</a:t>
            </a:r>
            <a:r>
              <a:rPr dirty="0" err="1"/>
              <a:t>faiss_index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Fonctionnement du chatbot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c</a:t>
            </a:r>
            <a:r>
              <a:rPr lang="fr-FR" dirty="0" err="1"/>
              <a:t>oe</a:t>
            </a:r>
            <a:r>
              <a:rPr dirty="0" err="1"/>
              <a:t>ur</a:t>
            </a:r>
            <a:r>
              <a:rPr dirty="0"/>
              <a:t> du syst</a:t>
            </a:r>
            <a:r>
              <a:rPr lang="fr-FR" dirty="0"/>
              <a:t>è</a:t>
            </a:r>
            <a:r>
              <a:rPr dirty="0"/>
              <a:t>me est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EventRAG</a:t>
            </a:r>
            <a:r>
              <a:rPr dirty="0"/>
              <a:t> dans </a:t>
            </a:r>
            <a:r>
              <a:rPr dirty="0" err="1"/>
              <a:t>src</a:t>
            </a:r>
            <a:r>
              <a:rPr dirty="0"/>
              <a:t>/rag.py.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Au d</a:t>
            </a:r>
            <a:r>
              <a:rPr lang="fr-FR" dirty="0"/>
              <a:t>é</a:t>
            </a:r>
            <a:r>
              <a:rPr dirty="0" err="1"/>
              <a:t>marrage</a:t>
            </a:r>
            <a:r>
              <a:rPr dirty="0"/>
              <a:t>, le syst</a:t>
            </a:r>
            <a:r>
              <a:rPr lang="fr-FR" dirty="0"/>
              <a:t>è</a:t>
            </a:r>
            <a:r>
              <a:rPr dirty="0"/>
              <a:t>me charge les embeddings Mistral, l</a:t>
            </a:r>
            <a:r>
              <a:rPr lang="fr-FR" dirty="0"/>
              <a:t>'</a:t>
            </a:r>
            <a:r>
              <a:rPr dirty="0"/>
              <a:t>index FAISS et le mod</a:t>
            </a:r>
            <a:r>
              <a:rPr lang="fr-FR" dirty="0"/>
              <a:t>è</a:t>
            </a:r>
            <a:r>
              <a:rPr dirty="0"/>
              <a:t>le de chat Mistral.</a:t>
            </a:r>
          </a:p>
          <a:p>
            <a:pPr>
              <a:defRPr sz="1900"/>
            </a:pPr>
            <a:r>
              <a:rPr dirty="0"/>
              <a:t>Quand </a:t>
            </a:r>
            <a:r>
              <a:rPr dirty="0" err="1"/>
              <a:t>une</a:t>
            </a:r>
            <a:r>
              <a:rPr dirty="0"/>
              <a:t> question est re</a:t>
            </a:r>
            <a:r>
              <a:rPr lang="fr-FR" dirty="0"/>
              <a:t>l</a:t>
            </a:r>
            <a:r>
              <a:rPr dirty="0" err="1"/>
              <a:t>ue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 est </a:t>
            </a:r>
            <a:r>
              <a:rPr dirty="0" err="1"/>
              <a:t>vectoris</a:t>
            </a:r>
            <a:r>
              <a:rPr lang="fr-FR" dirty="0"/>
              <a:t>é</a:t>
            </a:r>
            <a:r>
              <a:rPr dirty="0"/>
              <a:t>e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compar</a:t>
            </a:r>
            <a:r>
              <a:rPr lang="fr-FR" dirty="0"/>
              <a:t>é</a:t>
            </a:r>
            <a:r>
              <a:rPr dirty="0"/>
              <a:t>e aux documents index</a:t>
            </a:r>
            <a:r>
              <a:rPr lang="fr-FR" dirty="0"/>
              <a:t>é</a:t>
            </a:r>
            <a:r>
              <a:rPr dirty="0"/>
              <a:t>s.</a:t>
            </a:r>
          </a:p>
          <a:p>
            <a:pPr>
              <a:defRPr sz="1900"/>
            </a:pPr>
            <a:r>
              <a:rPr dirty="0"/>
              <a:t>Les documents les plus </a:t>
            </a:r>
            <a:r>
              <a:rPr dirty="0" err="1"/>
              <a:t>pertinents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s et int</a:t>
            </a:r>
            <a:r>
              <a:rPr lang="fr-FR" dirty="0"/>
              <a:t>é</a:t>
            </a:r>
            <a:r>
              <a:rPr dirty="0"/>
              <a:t>gr</a:t>
            </a:r>
            <a:r>
              <a:rPr lang="fr-FR" dirty="0"/>
              <a:t>é</a:t>
            </a:r>
            <a:r>
              <a:rPr dirty="0"/>
              <a:t>s dans un </a:t>
            </a:r>
            <a:r>
              <a:rPr dirty="0" err="1"/>
              <a:t>contexte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 </a:t>
            </a:r>
            <a:r>
              <a:rPr dirty="0" err="1"/>
              <a:t>contexte</a:t>
            </a:r>
            <a:r>
              <a:rPr dirty="0"/>
              <a:t> et la question </a:t>
            </a:r>
            <a:r>
              <a:rPr dirty="0" err="1"/>
              <a:t>sont</a:t>
            </a:r>
            <a:r>
              <a:rPr dirty="0"/>
              <a:t> envoy</a:t>
            </a:r>
            <a:r>
              <a:rPr lang="fr-FR" dirty="0"/>
              <a:t>é</a:t>
            </a:r>
            <a:r>
              <a:rPr dirty="0"/>
              <a:t>s </a:t>
            </a:r>
            <a:r>
              <a:rPr lang="fr-FR" dirty="0"/>
              <a:t>à</a:t>
            </a:r>
            <a:r>
              <a:rPr dirty="0"/>
              <a:t> Mistral via un prompt </a:t>
            </a:r>
            <a:r>
              <a:rPr dirty="0" err="1"/>
              <a:t>contr</a:t>
            </a:r>
            <a:r>
              <a:rPr lang="fr-FR" dirty="0"/>
              <a:t>ô</a:t>
            </a:r>
            <a:r>
              <a:rPr dirty="0"/>
              <a:t>l</a:t>
            </a:r>
            <a:r>
              <a:rPr lang="fr-FR" dirty="0"/>
              <a:t>é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La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finale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naturelle et les sources utilis</a:t>
            </a:r>
            <a:r>
              <a:rPr lang="fr-FR" dirty="0"/>
              <a:t>é</a:t>
            </a:r>
            <a:r>
              <a:rPr dirty="0"/>
              <a:t>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Prompt et r</a:t>
            </a:r>
            <a:r>
              <a:rPr lang="fr-FR" dirty="0"/>
              <a:t>é</a:t>
            </a:r>
            <a:r>
              <a:rPr dirty="0"/>
              <a:t>duction des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prompt </a:t>
            </a:r>
            <a:r>
              <a:rPr dirty="0" err="1"/>
              <a:t>demande</a:t>
            </a:r>
            <a:r>
              <a:rPr dirty="0"/>
              <a:t> au mod</a:t>
            </a:r>
            <a:r>
              <a:rPr lang="fr-FR" dirty="0"/>
              <a:t>è</a:t>
            </a:r>
            <a:r>
              <a:rPr dirty="0"/>
              <a:t>le de r</a:t>
            </a:r>
            <a:r>
              <a:rPr lang="fr-FR" dirty="0"/>
              <a:t>é</a:t>
            </a:r>
            <a:r>
              <a:rPr dirty="0" err="1"/>
              <a:t>pondre</a:t>
            </a:r>
            <a:r>
              <a:rPr dirty="0"/>
              <a:t> </a:t>
            </a:r>
            <a:r>
              <a:rPr dirty="0" err="1"/>
              <a:t>uniquement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partir</a:t>
            </a:r>
            <a:r>
              <a:rPr dirty="0"/>
              <a:t> du </a:t>
            </a:r>
            <a:r>
              <a:rPr dirty="0" err="1"/>
              <a:t>contexte</a:t>
            </a:r>
            <a:r>
              <a:rPr dirty="0"/>
              <a:t> </a:t>
            </a:r>
            <a:r>
              <a:rPr dirty="0" err="1"/>
              <a:t>fourni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Il pr</a:t>
            </a:r>
            <a:r>
              <a:rPr lang="fr-FR" dirty="0"/>
              <a:t>é</a:t>
            </a:r>
            <a:r>
              <a:rPr dirty="0" err="1"/>
              <a:t>cise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le </a:t>
            </a:r>
            <a:r>
              <a:rPr dirty="0" err="1"/>
              <a:t>contexte</a:t>
            </a:r>
            <a:r>
              <a:rPr dirty="0"/>
              <a:t> ne </a:t>
            </a:r>
            <a:r>
              <a:rPr dirty="0" err="1"/>
              <a:t>contient</a:t>
            </a:r>
            <a:r>
              <a:rPr dirty="0"/>
              <a:t> pas l</a:t>
            </a:r>
            <a:r>
              <a:rPr lang="fr-FR" dirty="0"/>
              <a:t>'</a:t>
            </a:r>
            <a:r>
              <a:rPr dirty="0"/>
              <a:t>information, le mod</a:t>
            </a:r>
            <a:r>
              <a:rPr lang="fr-FR" dirty="0"/>
              <a:t>è</a:t>
            </a:r>
            <a:r>
              <a:rPr dirty="0"/>
              <a:t>le doit dire </a:t>
            </a:r>
            <a:r>
              <a:rPr dirty="0" err="1"/>
              <a:t>qu</a:t>
            </a:r>
            <a:r>
              <a:rPr lang="fr-FR" dirty="0"/>
              <a:t>'</a:t>
            </a:r>
            <a:r>
              <a:rPr dirty="0"/>
              <a:t>il ne </a:t>
            </a:r>
            <a:r>
              <a:rPr dirty="0" err="1"/>
              <a:t>peut</a:t>
            </a:r>
            <a:r>
              <a:rPr dirty="0"/>
              <a:t> pas r</a:t>
            </a:r>
            <a:r>
              <a:rPr lang="fr-FR" dirty="0"/>
              <a:t>é</a:t>
            </a:r>
            <a:r>
              <a:rPr dirty="0" err="1"/>
              <a:t>pondre</a:t>
            </a:r>
            <a:r>
              <a:rPr dirty="0"/>
              <a:t> pr</a:t>
            </a:r>
            <a:r>
              <a:rPr lang="fr-FR" dirty="0"/>
              <a:t>é</a:t>
            </a:r>
            <a:r>
              <a:rPr dirty="0"/>
              <a:t>cis</a:t>
            </a:r>
            <a:r>
              <a:rPr lang="fr-FR" dirty="0"/>
              <a:t>é</a:t>
            </a:r>
            <a:r>
              <a:rPr dirty="0" err="1"/>
              <a:t>ment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Il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de citer les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 avec le </a:t>
            </a:r>
            <a:r>
              <a:rPr dirty="0" err="1"/>
              <a:t>titre</a:t>
            </a:r>
            <a:r>
              <a:rPr dirty="0"/>
              <a:t>, la </a:t>
            </a:r>
            <a:r>
              <a:rPr dirty="0" err="1"/>
              <a:t>ville</a:t>
            </a:r>
            <a:r>
              <a:rPr dirty="0"/>
              <a:t>, la date et le lieu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Ce choix </a:t>
            </a:r>
            <a:r>
              <a:rPr dirty="0" err="1"/>
              <a:t>permet</a:t>
            </a:r>
            <a:r>
              <a:rPr dirty="0"/>
              <a:t> de limiter les hallucinations et d</a:t>
            </a:r>
            <a:r>
              <a:rPr lang="fr-FR" dirty="0"/>
              <a:t>'</a:t>
            </a:r>
            <a:r>
              <a:rPr dirty="0"/>
              <a:t>augmenter la transparence de la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 err="1"/>
              <a:t>Logique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 </a:t>
            </a:r>
            <a:r>
              <a:rPr dirty="0" err="1"/>
              <a:t>ajout</a:t>
            </a:r>
            <a:r>
              <a:rPr lang="fr-FR" dirty="0"/>
              <a:t>é</a:t>
            </a:r>
            <a:r>
              <a:rPr dirty="0"/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syst</a:t>
            </a:r>
            <a:r>
              <a:rPr lang="fr-FR" dirty="0"/>
              <a:t>è</a:t>
            </a:r>
            <a:r>
              <a:rPr dirty="0"/>
              <a:t>me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logique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 pour les questions </a:t>
            </a:r>
            <a:r>
              <a:rPr dirty="0" err="1"/>
              <a:t>portant</a:t>
            </a:r>
            <a:r>
              <a:rPr dirty="0"/>
              <a:t> sur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futurs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Si la question </a:t>
            </a:r>
            <a:r>
              <a:rPr dirty="0" err="1"/>
              <a:t>contient</a:t>
            </a:r>
            <a:r>
              <a:rPr dirty="0"/>
              <a:t> des mots </a:t>
            </a:r>
            <a:r>
              <a:rPr dirty="0" err="1"/>
              <a:t>comme</a:t>
            </a:r>
            <a:r>
              <a:rPr dirty="0"/>
              <a:t> pr</a:t>
            </a:r>
            <a:r>
              <a:rPr lang="fr-FR" dirty="0"/>
              <a:t>é</a:t>
            </a:r>
            <a:r>
              <a:rPr dirty="0"/>
              <a:t>vu,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venir</a:t>
            </a:r>
            <a:r>
              <a:rPr dirty="0"/>
              <a:t>, prochain, </a:t>
            </a:r>
            <a:r>
              <a:rPr dirty="0" err="1"/>
              <a:t>demain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week-end, le syst</a:t>
            </a:r>
            <a:r>
              <a:rPr lang="fr-FR" dirty="0"/>
              <a:t>è</a:t>
            </a:r>
            <a:r>
              <a:rPr dirty="0"/>
              <a:t>me </a:t>
            </a:r>
            <a:r>
              <a:rPr dirty="0" err="1"/>
              <a:t>filtre</a:t>
            </a:r>
            <a:r>
              <a:rPr dirty="0"/>
              <a:t> les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pass</a:t>
            </a:r>
            <a:r>
              <a:rPr lang="fr-FR" dirty="0"/>
              <a:t>é</a:t>
            </a:r>
            <a:r>
              <a:rPr dirty="0"/>
              <a:t>s.</a:t>
            </a:r>
          </a:p>
          <a:p>
            <a:pPr>
              <a:defRPr sz="1900"/>
            </a:pPr>
            <a:r>
              <a:rPr dirty="0"/>
              <a:t>Seuls les documents </a:t>
            </a:r>
            <a:r>
              <a:rPr dirty="0" err="1"/>
              <a:t>dont</a:t>
            </a:r>
            <a:r>
              <a:rPr dirty="0"/>
              <a:t> la date de d</a:t>
            </a:r>
            <a:r>
              <a:rPr lang="fr-FR" dirty="0"/>
              <a:t>é</a:t>
            </a:r>
            <a:r>
              <a:rPr dirty="0"/>
              <a:t>but est sup</a:t>
            </a:r>
            <a:r>
              <a:rPr lang="fr-FR" dirty="0"/>
              <a:t>è</a:t>
            </a:r>
            <a:r>
              <a:rPr dirty="0" err="1"/>
              <a:t>rieure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/>
              <a:t>gale </a:t>
            </a:r>
            <a:r>
              <a:rPr lang="fr-FR" dirty="0"/>
              <a:t>à</a:t>
            </a:r>
            <a:r>
              <a:rPr dirty="0"/>
              <a:t> la date </a:t>
            </a:r>
            <a:r>
              <a:rPr dirty="0" err="1"/>
              <a:t>actuelle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conserv</a:t>
            </a:r>
            <a:r>
              <a:rPr lang="fr-FR" dirty="0"/>
              <a:t>é</a:t>
            </a:r>
            <a:r>
              <a:rPr dirty="0"/>
              <a:t>s.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Cela </a:t>
            </a:r>
            <a:r>
              <a:rPr dirty="0" err="1"/>
              <a:t>permet</a:t>
            </a:r>
            <a:r>
              <a:rPr dirty="0"/>
              <a:t> d</a:t>
            </a:r>
            <a:r>
              <a:rPr lang="fr-FR" dirty="0"/>
              <a:t>’é</a:t>
            </a:r>
            <a:r>
              <a:rPr dirty="0" err="1"/>
              <a:t>viter</a:t>
            </a:r>
            <a:r>
              <a:rPr dirty="0"/>
              <a:t> de </a:t>
            </a:r>
            <a:r>
              <a:rPr dirty="0" err="1"/>
              <a:t>recommander</a:t>
            </a:r>
            <a:r>
              <a:rPr dirty="0"/>
              <a:t> un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</a:t>
            </a:r>
            <a:r>
              <a:rPr dirty="0"/>
              <a:t> d</a:t>
            </a:r>
            <a:r>
              <a:rPr lang="fr-FR" dirty="0"/>
              <a:t>é</a:t>
            </a:r>
            <a:r>
              <a:rPr dirty="0"/>
              <a:t>j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termin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lorsque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 err="1"/>
              <a:t>utilisateur</a:t>
            </a:r>
            <a:r>
              <a:rPr dirty="0"/>
              <a:t>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est pr</a:t>
            </a:r>
            <a:r>
              <a:rPr lang="fr-FR" dirty="0"/>
              <a:t>é</a:t>
            </a:r>
            <a:r>
              <a:rPr dirty="0"/>
              <a:t>vu </a:t>
            </a:r>
            <a:r>
              <a:rPr dirty="0" err="1"/>
              <a:t>ou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venir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API REST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</a:t>
            </a:r>
            <a:r>
              <a:rPr lang="fr-FR" dirty="0"/>
              <a:t>'</a:t>
            </a:r>
            <a:r>
              <a:rPr dirty="0"/>
              <a:t>API est d</a:t>
            </a:r>
            <a:r>
              <a:rPr lang="fr-FR" dirty="0"/>
              <a:t>é</a:t>
            </a:r>
            <a:r>
              <a:rPr dirty="0" err="1"/>
              <a:t>finie</a:t>
            </a:r>
            <a:r>
              <a:rPr dirty="0"/>
              <a:t> dans api/main.py avec </a:t>
            </a:r>
            <a:r>
              <a:rPr dirty="0" err="1"/>
              <a:t>FastAPI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Endpoint /health : v</a:t>
            </a:r>
            <a:r>
              <a:rPr lang="fr-FR" dirty="0"/>
              <a:t>é</a:t>
            </a:r>
            <a:r>
              <a:rPr dirty="0" err="1"/>
              <a:t>rifie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/>
              <a:t>API </a:t>
            </a:r>
            <a:r>
              <a:rPr dirty="0" err="1"/>
              <a:t>fonctionne</a:t>
            </a:r>
            <a:r>
              <a:rPr dirty="0"/>
              <a:t> et </a:t>
            </a:r>
            <a:r>
              <a:rPr dirty="0" err="1"/>
              <a:t>si</a:t>
            </a:r>
            <a:r>
              <a:rPr dirty="0"/>
              <a:t> le RAG est </a:t>
            </a:r>
            <a:r>
              <a:rPr dirty="0" err="1"/>
              <a:t>charg</a:t>
            </a:r>
            <a:r>
              <a:rPr lang="fr-FR" dirty="0"/>
              <a:t>é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Endpoint /ask : re</a:t>
            </a:r>
            <a:r>
              <a:rPr lang="fr-FR" dirty="0"/>
              <a:t>ç</a:t>
            </a:r>
            <a:r>
              <a:rPr dirty="0" err="1"/>
              <a:t>oit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question, </a:t>
            </a:r>
            <a:r>
              <a:rPr dirty="0" err="1"/>
              <a:t>appelle</a:t>
            </a:r>
            <a:r>
              <a:rPr dirty="0"/>
              <a:t> le RAG, </a:t>
            </a:r>
            <a:r>
              <a:rPr dirty="0" err="1"/>
              <a:t>retourne</a:t>
            </a:r>
            <a:r>
              <a:rPr dirty="0"/>
              <a:t> la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, les sources et l</a:t>
            </a:r>
            <a:r>
              <a:rPr lang="fr-FR" dirty="0"/>
              <a:t>’é</a:t>
            </a:r>
            <a:r>
              <a:rPr dirty="0"/>
              <a:t>valuation.</a:t>
            </a:r>
          </a:p>
          <a:p>
            <a:pPr>
              <a:defRPr sz="1900"/>
            </a:pPr>
            <a:r>
              <a:rPr dirty="0"/>
              <a:t>Endpoint /rebuild : relance la </a:t>
            </a:r>
            <a:r>
              <a:rPr dirty="0" err="1"/>
              <a:t>collecte</a:t>
            </a:r>
            <a:r>
              <a:rPr dirty="0"/>
              <a:t>, le preprocessing et la reconstruction de l</a:t>
            </a:r>
            <a:r>
              <a:rPr lang="fr-FR" dirty="0"/>
              <a:t>'</a:t>
            </a:r>
            <a:r>
              <a:rPr dirty="0"/>
              <a:t>index FAISS.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</a:t>
            </a:r>
            <a:r>
              <a:rPr dirty="0" err="1"/>
              <a:t>entr</a:t>
            </a:r>
            <a:r>
              <a:rPr lang="fr-FR" dirty="0"/>
              <a:t>é</a:t>
            </a:r>
            <a:r>
              <a:rPr dirty="0"/>
              <a:t>es et sorties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typ</a:t>
            </a:r>
            <a:r>
              <a:rPr lang="fr-FR" dirty="0"/>
              <a:t>é</a:t>
            </a:r>
            <a:r>
              <a:rPr dirty="0"/>
              <a:t>es avec </a:t>
            </a:r>
            <a:r>
              <a:rPr dirty="0" err="1"/>
              <a:t>Pydantic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qui rend l</a:t>
            </a:r>
            <a:r>
              <a:rPr lang="fr-FR" dirty="0"/>
              <a:t>'</a:t>
            </a:r>
            <a:r>
              <a:rPr dirty="0"/>
              <a:t>API plus </a:t>
            </a:r>
            <a:r>
              <a:rPr dirty="0" err="1"/>
              <a:t>robuste</a:t>
            </a:r>
            <a:r>
              <a:rPr dirty="0"/>
              <a:t> et document</a:t>
            </a:r>
            <a:r>
              <a:rPr lang="fr-FR" dirty="0"/>
              <a:t>é</a:t>
            </a:r>
            <a:r>
              <a:rPr dirty="0"/>
              <a:t>e </a:t>
            </a:r>
            <a:r>
              <a:rPr dirty="0" err="1"/>
              <a:t>automatiquement</a:t>
            </a:r>
            <a:r>
              <a:rPr dirty="0"/>
              <a:t> avec Swagger.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lang="fr-FR" dirty="0"/>
              <a:t>E</a:t>
            </a:r>
            <a:r>
              <a:rPr dirty="0"/>
              <a:t>valuation du syst</a:t>
            </a:r>
            <a:r>
              <a:rPr lang="fr-FR" dirty="0"/>
              <a:t>è</a:t>
            </a:r>
            <a:r>
              <a:rPr dirty="0"/>
              <a:t>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un jeu de test </a:t>
            </a:r>
            <a:r>
              <a:rPr dirty="0" err="1"/>
              <a:t>annot</a:t>
            </a:r>
            <a:r>
              <a:rPr lang="fr-FR" dirty="0"/>
              <a:t>é</a:t>
            </a:r>
            <a:r>
              <a:rPr dirty="0"/>
              <a:t> dans data/evaluation/test_questions.csv.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 err="1"/>
              <a:t>Chaque</a:t>
            </a:r>
            <a:r>
              <a:rPr dirty="0"/>
              <a:t> question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contenir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 </a:t>
            </a:r>
            <a:r>
              <a:rPr dirty="0" err="1"/>
              <a:t>attendue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ville</a:t>
            </a:r>
            <a:r>
              <a:rPr dirty="0"/>
              <a:t> </a:t>
            </a:r>
            <a:r>
              <a:rPr dirty="0" err="1"/>
              <a:t>attendue</a:t>
            </a:r>
            <a:r>
              <a:rPr dirty="0"/>
              <a:t>, un mot-cl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attendu</a:t>
            </a:r>
            <a:r>
              <a:rPr dirty="0"/>
              <a:t> et </a:t>
            </a:r>
            <a:r>
              <a:rPr dirty="0" err="1"/>
              <a:t>une</a:t>
            </a:r>
            <a:r>
              <a:rPr dirty="0"/>
              <a:t> indication sur le </a:t>
            </a:r>
            <a:r>
              <a:rPr dirty="0" err="1"/>
              <a:t>besoin</a:t>
            </a:r>
            <a:r>
              <a:rPr dirty="0"/>
              <a:t> d</a:t>
            </a:r>
            <a:r>
              <a:rPr lang="fr-FR" dirty="0"/>
              <a:t>’é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futurs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 script scripts/evaluate_rag.py </a:t>
            </a:r>
            <a:r>
              <a:rPr dirty="0" err="1"/>
              <a:t>permet</a:t>
            </a:r>
            <a:r>
              <a:rPr dirty="0"/>
              <a:t> d</a:t>
            </a:r>
            <a:r>
              <a:rPr lang="fr-FR" dirty="0"/>
              <a:t>’é</a:t>
            </a:r>
            <a:r>
              <a:rPr dirty="0"/>
              <a:t>valuer les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es.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m</a:t>
            </a:r>
            <a:r>
              <a:rPr lang="fr-FR" dirty="0"/>
              <a:t>é</a:t>
            </a:r>
            <a:r>
              <a:rPr dirty="0" err="1"/>
              <a:t>triques</a:t>
            </a:r>
            <a:r>
              <a:rPr dirty="0"/>
              <a:t> utilis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sont</a:t>
            </a:r>
            <a:r>
              <a:rPr dirty="0"/>
              <a:t> : exact match, </a:t>
            </a:r>
            <a:r>
              <a:rPr dirty="0" err="1"/>
              <a:t>similarit</a:t>
            </a:r>
            <a:r>
              <a:rPr lang="fr-FR" dirty="0"/>
              <a:t>é</a:t>
            </a:r>
            <a:r>
              <a:rPr dirty="0"/>
              <a:t> TF-IDF, r</a:t>
            </a:r>
            <a:r>
              <a:rPr lang="fr-FR" dirty="0"/>
              <a:t>è</a:t>
            </a:r>
            <a:r>
              <a:rPr dirty="0" err="1"/>
              <a:t>gles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 et m</a:t>
            </a:r>
            <a:r>
              <a:rPr lang="fr-FR" dirty="0"/>
              <a:t>é</a:t>
            </a:r>
            <a:r>
              <a:rPr dirty="0" err="1"/>
              <a:t>triques</a:t>
            </a:r>
            <a:r>
              <a:rPr dirty="0"/>
              <a:t> </a:t>
            </a:r>
            <a:r>
              <a:rPr dirty="0" err="1"/>
              <a:t>DeepEval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Une </a:t>
            </a:r>
            <a:r>
              <a:rPr lang="fr-FR" dirty="0"/>
              <a:t>é</a:t>
            </a:r>
            <a:r>
              <a:rPr dirty="0"/>
              <a:t>valuation l</a:t>
            </a:r>
            <a:r>
              <a:rPr lang="fr-FR" dirty="0"/>
              <a:t>é</a:t>
            </a:r>
            <a:r>
              <a:rPr dirty="0"/>
              <a:t>g</a:t>
            </a:r>
            <a:r>
              <a:rPr lang="fr-FR" dirty="0"/>
              <a:t>è</a:t>
            </a:r>
            <a:r>
              <a:rPr dirty="0"/>
              <a:t>re est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retourn</a:t>
            </a:r>
            <a:r>
              <a:rPr lang="fr-FR" dirty="0"/>
              <a:t>é</a:t>
            </a:r>
            <a:r>
              <a:rPr dirty="0"/>
              <a:t>e </a:t>
            </a:r>
            <a:r>
              <a:rPr dirty="0" err="1"/>
              <a:t>directement</a:t>
            </a:r>
            <a:r>
              <a:rPr dirty="0"/>
              <a:t> par l</a:t>
            </a:r>
            <a:r>
              <a:rPr lang="fr-FR" dirty="0"/>
              <a:t>'</a:t>
            </a:r>
            <a:r>
              <a:rPr dirty="0"/>
              <a:t>API </a:t>
            </a:r>
            <a:r>
              <a:rPr dirty="0" err="1"/>
              <a:t>apr</a:t>
            </a:r>
            <a:r>
              <a:rPr lang="fr-FR" dirty="0"/>
              <a:t>è</a:t>
            </a:r>
            <a:r>
              <a:rPr dirty="0"/>
              <a:t>s </a:t>
            </a:r>
            <a:r>
              <a:rPr dirty="0" err="1"/>
              <a:t>chaque</a:t>
            </a:r>
            <a:r>
              <a:rPr dirty="0"/>
              <a:t> r</a:t>
            </a:r>
            <a:r>
              <a:rPr lang="fr-FR" dirty="0"/>
              <a:t>é</a:t>
            </a:r>
            <a:r>
              <a:rPr dirty="0" err="1"/>
              <a:t>ponse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R</a:t>
            </a:r>
            <a:r>
              <a:rPr lang="fr-FR" dirty="0"/>
              <a:t>é</a:t>
            </a:r>
            <a:r>
              <a:rPr dirty="0" err="1"/>
              <a:t>sultats</a:t>
            </a:r>
            <a:r>
              <a:rPr dirty="0"/>
              <a:t> des tests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Un script de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ration </a:t>
            </a:r>
            <a:r>
              <a:rPr dirty="0" err="1"/>
              <a:t>automatique</a:t>
            </a:r>
            <a:r>
              <a:rPr dirty="0"/>
              <a:t> de rapport de tests a </a:t>
            </a:r>
            <a:r>
              <a:rPr lang="fr-FR" dirty="0"/>
              <a:t>é</a:t>
            </a:r>
            <a:r>
              <a:rPr dirty="0"/>
              <a:t>t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ajout</a:t>
            </a:r>
            <a:r>
              <a:rPr lang="fr-FR" dirty="0"/>
              <a:t>é</a:t>
            </a:r>
            <a:r>
              <a:rPr dirty="0"/>
              <a:t> : scripts/generate_test_report.py.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Il lance les tests </a:t>
            </a:r>
            <a:r>
              <a:rPr dirty="0" err="1"/>
              <a:t>pytest</a:t>
            </a:r>
            <a:r>
              <a:rPr dirty="0"/>
              <a:t>,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è</a:t>
            </a:r>
            <a:r>
              <a:rPr dirty="0"/>
              <a:t>re les r</a:t>
            </a:r>
            <a:r>
              <a:rPr lang="fr-FR" dirty="0"/>
              <a:t>é</a:t>
            </a:r>
            <a:r>
              <a:rPr dirty="0" err="1"/>
              <a:t>sultats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è</a:t>
            </a:r>
            <a:r>
              <a:rPr dirty="0"/>
              <a:t>re </a:t>
            </a:r>
            <a:r>
              <a:rPr dirty="0" err="1"/>
              <a:t>une</a:t>
            </a:r>
            <a:r>
              <a:rPr dirty="0"/>
              <a:t> synth</a:t>
            </a:r>
            <a:r>
              <a:rPr lang="fr-FR" dirty="0"/>
              <a:t>è</a:t>
            </a:r>
            <a:r>
              <a:rPr dirty="0"/>
              <a:t>se Markdown, un JSON, un XML JUnit et la sortie console </a:t>
            </a:r>
            <a:r>
              <a:rPr dirty="0" err="1"/>
              <a:t>compl</a:t>
            </a:r>
            <a:r>
              <a:rPr lang="fr-FR" dirty="0"/>
              <a:t>è</a:t>
            </a:r>
            <a:r>
              <a:rPr dirty="0" err="1"/>
              <a:t>te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Dernier rapport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 : 28 tests d</a:t>
            </a:r>
            <a:r>
              <a:rPr lang="fr-FR" dirty="0"/>
              <a:t>é</a:t>
            </a:r>
            <a:r>
              <a:rPr dirty="0" err="1"/>
              <a:t>tect</a:t>
            </a:r>
            <a:r>
              <a:rPr lang="fr-FR" dirty="0"/>
              <a:t>é</a:t>
            </a:r>
            <a:r>
              <a:rPr dirty="0"/>
              <a:t>s, 27 tests r</a:t>
            </a:r>
            <a:r>
              <a:rPr lang="fr-FR" dirty="0"/>
              <a:t>é</a:t>
            </a:r>
            <a:r>
              <a:rPr dirty="0" err="1"/>
              <a:t>ussis</a:t>
            </a:r>
            <a:r>
              <a:rPr dirty="0"/>
              <a:t>, 1 test </a:t>
            </a:r>
            <a:r>
              <a:rPr lang="fr-FR" dirty="0"/>
              <a:t>é</a:t>
            </a:r>
            <a:r>
              <a:rPr dirty="0"/>
              <a:t>chou</a:t>
            </a:r>
            <a:r>
              <a:rPr lang="fr-FR" dirty="0"/>
              <a:t>é</a:t>
            </a:r>
            <a:r>
              <a:rPr dirty="0"/>
              <a:t>, 0 </a:t>
            </a:r>
            <a:r>
              <a:rPr dirty="0" err="1"/>
              <a:t>erreur</a:t>
            </a:r>
            <a:r>
              <a:rPr dirty="0"/>
              <a:t> technique.</a:t>
            </a:r>
          </a:p>
          <a:p>
            <a:pPr>
              <a:defRPr sz="1900"/>
            </a:pPr>
            <a:r>
              <a:rPr dirty="0"/>
              <a:t>Le test </a:t>
            </a:r>
            <a:r>
              <a:rPr lang="fr-FR" dirty="0"/>
              <a:t>é</a:t>
            </a:r>
            <a:r>
              <a:rPr dirty="0"/>
              <a:t>chou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concerne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hypoth</a:t>
            </a:r>
            <a:r>
              <a:rPr lang="fr-FR" dirty="0"/>
              <a:t>è</a:t>
            </a:r>
            <a:r>
              <a:rPr dirty="0"/>
              <a:t>se trop </a:t>
            </a:r>
            <a:r>
              <a:rPr dirty="0" err="1"/>
              <a:t>stricte</a:t>
            </a:r>
            <a:r>
              <a:rPr dirty="0"/>
              <a:t> : il attend </a:t>
            </a:r>
            <a:r>
              <a:rPr dirty="0" err="1"/>
              <a:t>une</a:t>
            </a:r>
            <a:r>
              <a:rPr dirty="0"/>
              <a:t> date </a:t>
            </a:r>
            <a:r>
              <a:rPr dirty="0" err="1"/>
              <a:t>en</a:t>
            </a:r>
            <a:r>
              <a:rPr dirty="0"/>
              <a:t> 2025,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/>
              <a:t>API a </a:t>
            </a:r>
            <a:r>
              <a:rPr dirty="0" err="1"/>
              <a:t>renvoy</a:t>
            </a:r>
            <a:r>
              <a:rPr lang="fr-FR" dirty="0"/>
              <a:t>é</a:t>
            </a:r>
            <a:r>
              <a:rPr dirty="0"/>
              <a:t> un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</a:t>
            </a:r>
            <a:r>
              <a:rPr dirty="0"/>
              <a:t> </a:t>
            </a:r>
            <a:r>
              <a:rPr dirty="0" err="1"/>
              <a:t>dat</a:t>
            </a:r>
            <a:r>
              <a:rPr lang="fr-FR" dirty="0"/>
              <a:t>é</a:t>
            </a:r>
            <a:r>
              <a:rPr dirty="0"/>
              <a:t> de 2032.</a:t>
            </a:r>
          </a:p>
          <a:p>
            <a:pPr>
              <a:defRPr sz="1900"/>
            </a:pPr>
            <a:r>
              <a:rPr dirty="0"/>
              <a:t>Cela montre </a:t>
            </a:r>
            <a:r>
              <a:rPr dirty="0" err="1"/>
              <a:t>que</a:t>
            </a:r>
            <a:r>
              <a:rPr dirty="0"/>
              <a:t> le syst</a:t>
            </a:r>
            <a:r>
              <a:rPr lang="fr-FR" dirty="0"/>
              <a:t>è</a:t>
            </a:r>
            <a:r>
              <a:rPr dirty="0"/>
              <a:t>me de reporting </a:t>
            </a:r>
            <a:r>
              <a:rPr dirty="0" err="1"/>
              <a:t>fonctionne</a:t>
            </a:r>
            <a:r>
              <a:rPr dirty="0"/>
              <a:t> et </a:t>
            </a:r>
            <a:r>
              <a:rPr dirty="0" err="1"/>
              <a:t>permet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identifier pr</a:t>
            </a:r>
            <a:r>
              <a:rPr lang="fr-FR" dirty="0"/>
              <a:t>é</a:t>
            </a:r>
            <a:r>
              <a:rPr dirty="0"/>
              <a:t>cis</a:t>
            </a:r>
            <a:r>
              <a:rPr lang="fr-FR" dirty="0"/>
              <a:t>é</a:t>
            </a:r>
            <a:r>
              <a:rPr dirty="0" err="1"/>
              <a:t>ment</a:t>
            </a:r>
            <a:r>
              <a:rPr dirty="0"/>
              <a:t> les points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corriger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R</a:t>
            </a:r>
            <a:r>
              <a:rPr lang="fr-FR" dirty="0"/>
              <a:t>é</a:t>
            </a:r>
            <a:r>
              <a:rPr dirty="0" err="1"/>
              <a:t>sultats</a:t>
            </a:r>
            <a:r>
              <a:rPr dirty="0"/>
              <a:t> d</a:t>
            </a:r>
            <a:r>
              <a:rPr lang="fr-FR" dirty="0"/>
              <a:t>’é</a:t>
            </a:r>
            <a:r>
              <a:rPr dirty="0"/>
              <a:t>valuation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jeu d</a:t>
            </a:r>
            <a:r>
              <a:rPr lang="fr-FR" dirty="0"/>
              <a:t>’é</a:t>
            </a:r>
            <a:r>
              <a:rPr dirty="0"/>
              <a:t>valuation </a:t>
            </a:r>
            <a:r>
              <a:rPr dirty="0" err="1"/>
              <a:t>contient</a:t>
            </a:r>
            <a:r>
              <a:rPr dirty="0"/>
              <a:t> 5 questions </a:t>
            </a:r>
            <a:r>
              <a:rPr dirty="0" err="1"/>
              <a:t>repr</a:t>
            </a:r>
            <a:r>
              <a:rPr lang="fr-FR" dirty="0"/>
              <a:t>é</a:t>
            </a:r>
            <a:r>
              <a:rPr dirty="0" err="1"/>
              <a:t>sentatives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r</a:t>
            </a:r>
            <a:r>
              <a:rPr lang="fr-FR" dirty="0"/>
              <a:t>è</a:t>
            </a:r>
            <a:r>
              <a:rPr dirty="0" err="1"/>
              <a:t>gles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 </a:t>
            </a:r>
            <a:r>
              <a:rPr dirty="0" err="1"/>
              <a:t>classent</a:t>
            </a:r>
            <a:r>
              <a:rPr dirty="0"/>
              <a:t> les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correctes</a:t>
            </a:r>
            <a:r>
              <a:rPr dirty="0"/>
              <a:t> sur les </a:t>
            </a:r>
            <a:r>
              <a:rPr dirty="0" err="1"/>
              <a:t>cas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 err="1"/>
              <a:t>valu</a:t>
            </a:r>
            <a:r>
              <a:rPr lang="fr-FR" dirty="0"/>
              <a:t>é</a:t>
            </a:r>
            <a:r>
              <a:rPr dirty="0"/>
              <a:t>s : pr</a:t>
            </a:r>
            <a:r>
              <a:rPr lang="fr-FR" dirty="0"/>
              <a:t>é</a:t>
            </a:r>
            <a:r>
              <a:rPr dirty="0" err="1"/>
              <a:t>sence</a:t>
            </a:r>
            <a:r>
              <a:rPr dirty="0"/>
              <a:t> de sources, </a:t>
            </a:r>
            <a:r>
              <a:rPr dirty="0" err="1"/>
              <a:t>ville</a:t>
            </a:r>
            <a:r>
              <a:rPr dirty="0"/>
              <a:t> </a:t>
            </a:r>
            <a:r>
              <a:rPr dirty="0" err="1"/>
              <a:t>attendue</a:t>
            </a:r>
            <a:r>
              <a:rPr dirty="0"/>
              <a:t>, mot-cl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attendu</a:t>
            </a:r>
            <a:r>
              <a:rPr dirty="0"/>
              <a:t> et respect du </a:t>
            </a:r>
            <a:r>
              <a:rPr dirty="0" err="1"/>
              <a:t>futur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demand</a:t>
            </a:r>
            <a:r>
              <a:rPr lang="fr-FR" dirty="0"/>
              <a:t>é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Les scores </a:t>
            </a:r>
            <a:r>
              <a:rPr dirty="0" err="1"/>
              <a:t>DeepEval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globalement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/>
              <a:t>lev</a:t>
            </a:r>
            <a:r>
              <a:rPr lang="fr-FR" dirty="0"/>
              <a:t>é</a:t>
            </a:r>
            <a:r>
              <a:rPr dirty="0"/>
              <a:t>s sur la pertinence et la fid</a:t>
            </a:r>
            <a:r>
              <a:rPr lang="fr-FR" dirty="0"/>
              <a:t>é</a:t>
            </a:r>
            <a:r>
              <a:rPr dirty="0"/>
              <a:t>lit</a:t>
            </a:r>
            <a:r>
              <a:rPr lang="fr-FR" dirty="0"/>
              <a:t>é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scores de </a:t>
            </a:r>
            <a:r>
              <a:rPr dirty="0" err="1"/>
              <a:t>similarit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textuelle</a:t>
            </a:r>
            <a:r>
              <a:rPr dirty="0"/>
              <a:t> avec les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de r</a:t>
            </a:r>
            <a:r>
              <a:rPr lang="fr-FR" dirty="0"/>
              <a:t>é</a:t>
            </a:r>
            <a:r>
              <a:rPr dirty="0"/>
              <a:t>f</a:t>
            </a:r>
            <a:r>
              <a:rPr lang="fr-FR" dirty="0"/>
              <a:t>é</a:t>
            </a:r>
            <a:r>
              <a:rPr dirty="0" err="1"/>
              <a:t>rence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faibles</a:t>
            </a:r>
            <a:r>
              <a:rPr dirty="0"/>
              <a:t>, car les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</a:t>
            </a:r>
            <a:r>
              <a:rPr dirty="0" err="1"/>
              <a:t>attendues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formul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comme</a:t>
            </a:r>
            <a:r>
              <a:rPr dirty="0"/>
              <a:t> des </a:t>
            </a:r>
            <a:r>
              <a:rPr dirty="0" err="1"/>
              <a:t>consignes</a:t>
            </a:r>
            <a:r>
              <a:rPr dirty="0"/>
              <a:t>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rales et non </a:t>
            </a:r>
            <a:r>
              <a:rPr dirty="0" err="1"/>
              <a:t>comme</a:t>
            </a:r>
            <a:r>
              <a:rPr dirty="0"/>
              <a:t> des r</a:t>
            </a:r>
            <a:r>
              <a:rPr lang="fr-FR" dirty="0"/>
              <a:t>é</a:t>
            </a:r>
            <a:r>
              <a:rPr dirty="0" err="1"/>
              <a:t>ponses</a:t>
            </a:r>
            <a:r>
              <a:rPr dirty="0"/>
              <a:t> </a:t>
            </a:r>
            <a:r>
              <a:rPr dirty="0" err="1"/>
              <a:t>exactes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Cela montre </a:t>
            </a:r>
            <a:r>
              <a:rPr dirty="0" err="1"/>
              <a:t>que</a:t>
            </a:r>
            <a:r>
              <a:rPr dirty="0"/>
              <a:t> les r</a:t>
            </a:r>
            <a:r>
              <a:rPr lang="fr-FR" dirty="0"/>
              <a:t>è</a:t>
            </a:r>
            <a:r>
              <a:rPr dirty="0" err="1"/>
              <a:t>gles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 </a:t>
            </a:r>
            <a:r>
              <a:rPr dirty="0" err="1"/>
              <a:t>sont</a:t>
            </a:r>
            <a:r>
              <a:rPr dirty="0"/>
              <a:t> plus adapt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que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/>
              <a:t>exact match pour </a:t>
            </a:r>
            <a:r>
              <a:rPr dirty="0" err="1"/>
              <a:t>ce</a:t>
            </a:r>
            <a:r>
              <a:rPr dirty="0"/>
              <a:t> type de chatbot RAG.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D</a:t>
            </a:r>
            <a:r>
              <a:rPr lang="fr-FR" dirty="0"/>
              <a:t>é</a:t>
            </a:r>
            <a:r>
              <a:rPr dirty="0" err="1"/>
              <a:t>ploiement</a:t>
            </a:r>
            <a:r>
              <a:rPr dirty="0"/>
              <a:t>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un </a:t>
            </a:r>
            <a:r>
              <a:rPr dirty="0" err="1"/>
              <a:t>Dockerfile</a:t>
            </a:r>
            <a:r>
              <a:rPr dirty="0"/>
              <a:t> et un docker-</a:t>
            </a:r>
            <a:r>
              <a:rPr dirty="0" err="1"/>
              <a:t>compose.yml</a:t>
            </a:r>
            <a:r>
              <a:rPr dirty="0"/>
              <a:t>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service </a:t>
            </a:r>
            <a:r>
              <a:rPr dirty="0" err="1"/>
              <a:t>vectorstore</a:t>
            </a:r>
            <a:r>
              <a:rPr dirty="0"/>
              <a:t>-builder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é</a:t>
            </a:r>
            <a:r>
              <a:rPr dirty="0"/>
              <a:t>re les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, </a:t>
            </a:r>
            <a:r>
              <a:rPr dirty="0" err="1"/>
              <a:t>nettoie</a:t>
            </a:r>
            <a:r>
              <a:rPr dirty="0"/>
              <a:t> 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et </a:t>
            </a:r>
            <a:r>
              <a:rPr dirty="0" err="1"/>
              <a:t>construit</a:t>
            </a:r>
            <a:r>
              <a:rPr dirty="0"/>
              <a:t> l</a:t>
            </a:r>
            <a:r>
              <a:rPr lang="fr-FR" dirty="0"/>
              <a:t>'</a:t>
            </a:r>
            <a:r>
              <a:rPr dirty="0"/>
              <a:t>index FAISS.</a:t>
            </a:r>
          </a:p>
          <a:p>
            <a:pPr>
              <a:defRPr sz="1900"/>
            </a:pPr>
            <a:r>
              <a:rPr dirty="0"/>
              <a:t>Le service </a:t>
            </a:r>
            <a:r>
              <a:rPr dirty="0" err="1"/>
              <a:t>api</a:t>
            </a:r>
            <a:r>
              <a:rPr dirty="0"/>
              <a:t> lance l</a:t>
            </a:r>
            <a:r>
              <a:rPr lang="fr-FR" dirty="0"/>
              <a:t>'</a:t>
            </a:r>
            <a:r>
              <a:rPr dirty="0"/>
              <a:t>application </a:t>
            </a:r>
            <a:r>
              <a:rPr dirty="0" err="1"/>
              <a:t>FastAPI</a:t>
            </a:r>
            <a:r>
              <a:rPr dirty="0"/>
              <a:t> et expose le port 8000.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dossiers data et </a:t>
            </a:r>
            <a:r>
              <a:rPr dirty="0" err="1"/>
              <a:t>vectorstore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mont</a:t>
            </a:r>
            <a:r>
              <a:rPr lang="fr-FR" dirty="0"/>
              <a:t>é</a:t>
            </a:r>
            <a:r>
              <a:rPr dirty="0"/>
              <a:t>s </a:t>
            </a:r>
            <a:r>
              <a:rPr dirty="0" err="1"/>
              <a:t>comme</a:t>
            </a:r>
            <a:r>
              <a:rPr dirty="0"/>
              <a:t> volumes </a:t>
            </a:r>
            <a:r>
              <a:rPr dirty="0" err="1"/>
              <a:t>afin</a:t>
            </a:r>
            <a:r>
              <a:rPr dirty="0"/>
              <a:t> de conserver 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et l</a:t>
            </a:r>
            <a:r>
              <a:rPr lang="fr-FR" dirty="0"/>
              <a:t>'</a:t>
            </a:r>
            <a:r>
              <a:rPr dirty="0"/>
              <a:t>index entre les </a:t>
            </a:r>
            <a:r>
              <a:rPr dirty="0" err="1"/>
              <a:t>lancements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La </a:t>
            </a:r>
            <a:r>
              <a:rPr dirty="0" err="1"/>
              <a:t>commande</a:t>
            </a:r>
            <a:r>
              <a:rPr dirty="0"/>
              <a:t> de </a:t>
            </a:r>
            <a:r>
              <a:rPr dirty="0" err="1"/>
              <a:t>lancement</a:t>
            </a:r>
            <a:r>
              <a:rPr dirty="0"/>
              <a:t> est : docker compose up --build.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Limites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La d</a:t>
            </a:r>
            <a:r>
              <a:rPr lang="fr-FR" dirty="0"/>
              <a:t>é</a:t>
            </a:r>
            <a:r>
              <a:rPr dirty="0" err="1"/>
              <a:t>tection</a:t>
            </a:r>
            <a:r>
              <a:rPr dirty="0"/>
              <a:t> des questions futures repose sur des mots-cl</a:t>
            </a:r>
            <a:r>
              <a:rPr lang="fr-FR" dirty="0"/>
              <a:t>é</a:t>
            </a:r>
            <a:r>
              <a:rPr dirty="0"/>
              <a:t>s simples.</a:t>
            </a:r>
          </a:p>
          <a:p>
            <a:pPr>
              <a:defRPr sz="1900"/>
            </a:pPr>
            <a:r>
              <a:rPr dirty="0"/>
              <a:t>Le </a:t>
            </a:r>
            <a:r>
              <a:rPr dirty="0" err="1"/>
              <a:t>filtrage</a:t>
            </a:r>
            <a:r>
              <a:rPr dirty="0"/>
              <a:t> par </a:t>
            </a:r>
            <a:r>
              <a:rPr dirty="0" err="1"/>
              <a:t>ville</a:t>
            </a:r>
            <a:r>
              <a:rPr dirty="0"/>
              <a:t> n</a:t>
            </a:r>
            <a:r>
              <a:rPr lang="fr-FR" dirty="0"/>
              <a:t>'</a:t>
            </a:r>
            <a:r>
              <a:rPr dirty="0"/>
              <a:t>est pas encore strict avant la recherche </a:t>
            </a:r>
            <a:r>
              <a:rPr dirty="0" err="1"/>
              <a:t>vectorielle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Il n</a:t>
            </a:r>
            <a:r>
              <a:rPr lang="fr-FR" dirty="0"/>
              <a:t>'</a:t>
            </a:r>
            <a:r>
              <a:rPr dirty="0"/>
              <a:t>y a pas encore de reranking </a:t>
            </a:r>
            <a:r>
              <a:rPr dirty="0" err="1"/>
              <a:t>avanc</a:t>
            </a:r>
            <a:r>
              <a:rPr lang="fr-FR" dirty="0"/>
              <a:t>é</a:t>
            </a:r>
            <a:r>
              <a:rPr dirty="0"/>
              <a:t> </a:t>
            </a:r>
            <a:r>
              <a:rPr dirty="0" err="1"/>
              <a:t>apr</a:t>
            </a:r>
            <a:r>
              <a:rPr lang="fr-FR" dirty="0"/>
              <a:t>è</a:t>
            </a:r>
            <a:r>
              <a:rPr dirty="0"/>
              <a:t>s FAISS.</a:t>
            </a:r>
          </a:p>
          <a:p>
            <a:pPr>
              <a:defRPr sz="1900"/>
            </a:pPr>
            <a:r>
              <a:rPr dirty="0"/>
              <a:t>L</a:t>
            </a:r>
            <a:r>
              <a:rPr lang="fr-FR" dirty="0"/>
              <a:t>'</a:t>
            </a:r>
            <a:r>
              <a:rPr dirty="0"/>
              <a:t>index FAISS est local et adapt</a:t>
            </a:r>
            <a:r>
              <a:rPr lang="fr-FR" dirty="0"/>
              <a:t>é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un proof of concept, </a:t>
            </a:r>
            <a:r>
              <a:rPr dirty="0" err="1"/>
              <a:t>mais</a:t>
            </a:r>
            <a:r>
              <a:rPr dirty="0"/>
              <a:t> pas encore </a:t>
            </a:r>
            <a:r>
              <a:rPr lang="fr-FR" dirty="0"/>
              <a:t>à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production </a:t>
            </a:r>
            <a:r>
              <a:rPr lang="fr-FR" dirty="0"/>
              <a:t>à</a:t>
            </a:r>
            <a:r>
              <a:rPr dirty="0"/>
              <a:t> grande </a:t>
            </a:r>
            <a:r>
              <a:rPr lang="fr-FR" dirty="0"/>
              <a:t>é</a:t>
            </a:r>
            <a:r>
              <a:rPr dirty="0" err="1"/>
              <a:t>chelle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La </a:t>
            </a:r>
            <a:r>
              <a:rPr dirty="0" err="1"/>
              <a:t>fra</a:t>
            </a:r>
            <a:r>
              <a:rPr lang="fr-FR" dirty="0"/>
              <a:t>i</a:t>
            </a:r>
            <a:r>
              <a:rPr dirty="0" err="1"/>
              <a:t>cheur</a:t>
            </a:r>
            <a:r>
              <a:rPr dirty="0"/>
              <a:t> des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d</a:t>
            </a:r>
            <a:r>
              <a:rPr lang="fr-FR" dirty="0"/>
              <a:t>é</a:t>
            </a:r>
            <a:r>
              <a:rPr dirty="0"/>
              <a:t>pend de la </a:t>
            </a:r>
            <a:r>
              <a:rPr dirty="0" err="1"/>
              <a:t>derni</a:t>
            </a:r>
            <a:r>
              <a:rPr lang="fr-FR" dirty="0"/>
              <a:t>è</a:t>
            </a:r>
            <a:r>
              <a:rPr dirty="0"/>
              <a:t>re reconstruction de l</a:t>
            </a:r>
            <a:r>
              <a:rPr lang="fr-FR" dirty="0"/>
              <a:t>'</a:t>
            </a:r>
            <a:r>
              <a:rPr dirty="0"/>
              <a:t>index.</a:t>
            </a:r>
          </a:p>
          <a:p>
            <a:pPr>
              <a:defRPr sz="1900"/>
            </a:pPr>
            <a:r>
              <a:rPr dirty="0" err="1"/>
              <a:t>Certains</a:t>
            </a:r>
            <a:r>
              <a:rPr dirty="0"/>
              <a:t> tests d</a:t>
            </a:r>
            <a:r>
              <a:rPr lang="fr-FR" dirty="0"/>
              <a:t>é</a:t>
            </a:r>
            <a:r>
              <a:rPr dirty="0"/>
              <a:t>pendent de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externes </a:t>
            </a:r>
            <a:r>
              <a:rPr dirty="0" err="1"/>
              <a:t>OpenAgenda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peut</a:t>
            </a:r>
            <a:r>
              <a:rPr dirty="0"/>
              <a:t> les </a:t>
            </a:r>
            <a:r>
              <a:rPr dirty="0" err="1"/>
              <a:t>rendre</a:t>
            </a:r>
            <a:r>
              <a:rPr dirty="0"/>
              <a:t> </a:t>
            </a:r>
            <a:r>
              <a:rPr dirty="0" err="1"/>
              <a:t>instables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les </a:t>
            </a:r>
            <a:r>
              <a:rPr dirty="0" err="1"/>
              <a:t>donn</a:t>
            </a:r>
            <a:r>
              <a:rPr lang="fr-FR" dirty="0"/>
              <a:t>é</a:t>
            </a:r>
            <a:r>
              <a:rPr dirty="0"/>
              <a:t>es </a:t>
            </a:r>
            <a:r>
              <a:rPr dirty="0" err="1"/>
              <a:t>changent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Perspectives d</a:t>
            </a:r>
            <a:r>
              <a:rPr lang="fr-FR" dirty="0"/>
              <a:t>'</a:t>
            </a:r>
            <a:r>
              <a:rPr dirty="0"/>
              <a:t>am</a:t>
            </a:r>
            <a:r>
              <a:rPr lang="fr-FR" dirty="0"/>
              <a:t>é</a:t>
            </a:r>
            <a:r>
              <a:rPr dirty="0" err="1"/>
              <a:t>lioration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 err="1"/>
              <a:t>Ajouter</a:t>
            </a:r>
            <a:r>
              <a:rPr dirty="0"/>
              <a:t> un endpoint /metadata pour exposer les </a:t>
            </a:r>
            <a:r>
              <a:rPr dirty="0" err="1"/>
              <a:t>informations</a:t>
            </a:r>
            <a:r>
              <a:rPr dirty="0"/>
              <a:t> du syst</a:t>
            </a:r>
            <a:r>
              <a:rPr lang="fr-FR" dirty="0"/>
              <a:t>è</a:t>
            </a:r>
            <a:r>
              <a:rPr dirty="0"/>
              <a:t>me : version, mod</a:t>
            </a:r>
            <a:r>
              <a:rPr lang="fr-FR" dirty="0"/>
              <a:t>è</a:t>
            </a:r>
            <a:r>
              <a:rPr dirty="0"/>
              <a:t>les utilis</a:t>
            </a:r>
            <a:r>
              <a:rPr lang="fr-FR" dirty="0"/>
              <a:t>é</a:t>
            </a:r>
            <a:r>
              <a:rPr dirty="0"/>
              <a:t>s, </a:t>
            </a:r>
            <a:r>
              <a:rPr lang="fr-FR" dirty="0"/>
              <a:t>é</a:t>
            </a:r>
            <a:r>
              <a:rPr dirty="0"/>
              <a:t>tat de l</a:t>
            </a:r>
            <a:r>
              <a:rPr lang="fr-FR" dirty="0"/>
              <a:t>'</a:t>
            </a:r>
            <a:r>
              <a:rPr dirty="0"/>
              <a:t>index et param</a:t>
            </a:r>
            <a:r>
              <a:rPr lang="fr-FR" dirty="0"/>
              <a:t>è</a:t>
            </a:r>
            <a:r>
              <a:rPr dirty="0" err="1"/>
              <a:t>tres</a:t>
            </a:r>
            <a:r>
              <a:rPr dirty="0"/>
              <a:t> RAG.</a:t>
            </a:r>
          </a:p>
          <a:p>
            <a:pPr>
              <a:defRPr sz="1900"/>
            </a:pPr>
            <a:r>
              <a:rPr dirty="0" err="1"/>
              <a:t>Extraire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les </a:t>
            </a:r>
            <a:r>
              <a:rPr dirty="0" err="1"/>
              <a:t>contraintes</a:t>
            </a:r>
            <a:r>
              <a:rPr dirty="0"/>
              <a:t> de la question : </a:t>
            </a:r>
            <a:r>
              <a:rPr dirty="0" err="1"/>
              <a:t>ville</a:t>
            </a:r>
            <a:r>
              <a:rPr dirty="0"/>
              <a:t>, date, type d</a:t>
            </a:r>
            <a:r>
              <a:rPr lang="fr-FR" dirty="0"/>
              <a:t>’é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</a:t>
            </a:r>
            <a:r>
              <a:rPr dirty="0"/>
              <a:t>, p</a:t>
            </a:r>
            <a:r>
              <a:rPr lang="fr-FR" dirty="0"/>
              <a:t>é</a:t>
            </a:r>
            <a:r>
              <a:rPr dirty="0" err="1"/>
              <a:t>riode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 err="1"/>
              <a:t>Ajouter</a:t>
            </a:r>
            <a:r>
              <a:rPr dirty="0"/>
              <a:t> un </a:t>
            </a:r>
            <a:r>
              <a:rPr dirty="0" err="1"/>
              <a:t>filtrage</a:t>
            </a:r>
            <a:r>
              <a:rPr dirty="0"/>
              <a:t> strict par m</a:t>
            </a:r>
            <a:r>
              <a:rPr lang="fr-FR" dirty="0"/>
              <a:t>é</a:t>
            </a:r>
            <a:r>
              <a:rPr dirty="0" err="1"/>
              <a:t>tadonn</a:t>
            </a:r>
            <a:r>
              <a:rPr lang="fr-FR" dirty="0"/>
              <a:t>é</a:t>
            </a:r>
            <a:r>
              <a:rPr dirty="0"/>
              <a:t>es avant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apr</a:t>
            </a:r>
            <a:r>
              <a:rPr lang="fr-FR" dirty="0"/>
              <a:t>è</a:t>
            </a:r>
            <a:r>
              <a:rPr dirty="0"/>
              <a:t>s la recherche </a:t>
            </a:r>
            <a:r>
              <a:rPr dirty="0" err="1"/>
              <a:t>vectorielle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 err="1"/>
              <a:t>Ajouter</a:t>
            </a:r>
            <a:r>
              <a:rPr dirty="0"/>
              <a:t> un </a:t>
            </a:r>
            <a:r>
              <a:rPr dirty="0" err="1"/>
              <a:t>reranker</a:t>
            </a:r>
            <a:r>
              <a:rPr dirty="0"/>
              <a:t> pour am</a:t>
            </a:r>
            <a:r>
              <a:rPr lang="fr-FR" dirty="0"/>
              <a:t>é</a:t>
            </a:r>
            <a:r>
              <a:rPr dirty="0" err="1"/>
              <a:t>liorer</a:t>
            </a:r>
            <a:r>
              <a:rPr dirty="0"/>
              <a:t> le </a:t>
            </a:r>
            <a:r>
              <a:rPr dirty="0" err="1"/>
              <a:t>classement</a:t>
            </a:r>
            <a:r>
              <a:rPr dirty="0"/>
              <a:t> des documents r</a:t>
            </a:r>
            <a:r>
              <a:rPr lang="fr-FR" dirty="0"/>
              <a:t>é</a:t>
            </a:r>
            <a:r>
              <a:rPr dirty="0"/>
              <a:t>cup</a:t>
            </a:r>
            <a:r>
              <a:rPr lang="fr-FR" dirty="0"/>
              <a:t>é</a:t>
            </a:r>
            <a:r>
              <a:rPr dirty="0"/>
              <a:t>r</a:t>
            </a:r>
            <a:r>
              <a:rPr lang="fr-FR" dirty="0"/>
              <a:t>é</a:t>
            </a:r>
            <a:r>
              <a:rPr dirty="0"/>
              <a:t>s.</a:t>
            </a:r>
          </a:p>
          <a:p>
            <a:pPr>
              <a:defRPr sz="1900"/>
            </a:pPr>
            <a:r>
              <a:rPr dirty="0"/>
              <a:t>Am</a:t>
            </a:r>
            <a:r>
              <a:rPr lang="fr-FR" dirty="0"/>
              <a:t>é</a:t>
            </a:r>
            <a:r>
              <a:rPr dirty="0" err="1"/>
              <a:t>liorer</a:t>
            </a:r>
            <a:r>
              <a:rPr dirty="0"/>
              <a:t> la gestion des expressions </a:t>
            </a:r>
            <a:r>
              <a:rPr dirty="0" err="1"/>
              <a:t>temporelles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soir</a:t>
            </a:r>
            <a:r>
              <a:rPr dirty="0"/>
              <a:t>, </a:t>
            </a:r>
            <a:r>
              <a:rPr dirty="0" err="1"/>
              <a:t>samedi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week-end </a:t>
            </a:r>
            <a:r>
              <a:rPr dirty="0" err="1"/>
              <a:t>ou</a:t>
            </a:r>
            <a:r>
              <a:rPr dirty="0"/>
              <a:t> la </a:t>
            </a:r>
            <a:r>
              <a:rPr dirty="0" err="1"/>
              <a:t>semaine</a:t>
            </a:r>
            <a:r>
              <a:rPr dirty="0"/>
              <a:t> </a:t>
            </a:r>
            <a:r>
              <a:rPr dirty="0" err="1"/>
              <a:t>prochaine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 err="1"/>
              <a:t>Automatiser</a:t>
            </a:r>
            <a:r>
              <a:rPr dirty="0"/>
              <a:t> la reconstruction r</a:t>
            </a:r>
            <a:r>
              <a:rPr lang="fr-FR" dirty="0"/>
              <a:t>é</a:t>
            </a:r>
            <a:r>
              <a:rPr dirty="0" err="1"/>
              <a:t>guli</a:t>
            </a:r>
            <a:r>
              <a:rPr lang="fr-FR" dirty="0"/>
              <a:t>è</a:t>
            </a:r>
            <a:r>
              <a:rPr dirty="0"/>
              <a:t>re de l</a:t>
            </a:r>
            <a:r>
              <a:rPr lang="fr-FR" dirty="0"/>
              <a:t>'</a:t>
            </a:r>
            <a:r>
              <a:rPr dirty="0"/>
              <a:t>index.</a:t>
            </a:r>
          </a:p>
          <a:p>
            <a:pPr>
              <a:defRPr sz="1900"/>
            </a:pPr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interface web simple pour </a:t>
            </a:r>
            <a:r>
              <a:rPr dirty="0" err="1"/>
              <a:t>interroger</a:t>
            </a:r>
            <a:r>
              <a:rPr dirty="0"/>
              <a:t> le chatbot.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met </a:t>
            </a:r>
            <a:r>
              <a:rPr dirty="0" err="1"/>
              <a:t>en</a:t>
            </a:r>
            <a:r>
              <a:rPr dirty="0"/>
              <a:t> place </a:t>
            </a:r>
            <a:r>
              <a:rPr dirty="0" err="1"/>
              <a:t>une</a:t>
            </a:r>
            <a:r>
              <a:rPr dirty="0"/>
              <a:t> cha</a:t>
            </a:r>
            <a:r>
              <a:rPr lang="fr-FR" dirty="0"/>
              <a:t>î</a:t>
            </a:r>
            <a:r>
              <a:rPr dirty="0"/>
              <a:t>ne RAG </a:t>
            </a:r>
            <a:r>
              <a:rPr dirty="0" err="1"/>
              <a:t>compl</a:t>
            </a:r>
            <a:r>
              <a:rPr lang="fr-FR" dirty="0"/>
              <a:t>è</a:t>
            </a:r>
            <a:r>
              <a:rPr dirty="0" err="1"/>
              <a:t>te</a:t>
            </a:r>
            <a:r>
              <a:rPr dirty="0"/>
              <a:t> : </a:t>
            </a:r>
            <a:r>
              <a:rPr dirty="0" err="1"/>
              <a:t>collecte</a:t>
            </a:r>
            <a:r>
              <a:rPr dirty="0"/>
              <a:t>, </a:t>
            </a:r>
            <a:r>
              <a:rPr dirty="0" err="1"/>
              <a:t>nettoyage</a:t>
            </a:r>
            <a:r>
              <a:rPr dirty="0"/>
              <a:t>, </a:t>
            </a:r>
            <a:r>
              <a:rPr dirty="0" err="1"/>
              <a:t>vectorisation</a:t>
            </a:r>
            <a:r>
              <a:rPr dirty="0"/>
              <a:t>, indexation, recherche, g</a:t>
            </a:r>
            <a:r>
              <a:rPr lang="fr-FR" dirty="0"/>
              <a:t>é</a:t>
            </a:r>
            <a:r>
              <a:rPr dirty="0"/>
              <a:t>n</a:t>
            </a:r>
            <a:r>
              <a:rPr lang="fr-FR" dirty="0"/>
              <a:t>é</a:t>
            </a:r>
            <a:r>
              <a:rPr dirty="0"/>
              <a:t>ration, API et </a:t>
            </a:r>
            <a:r>
              <a:rPr lang="fr-FR" dirty="0"/>
              <a:t>é</a:t>
            </a:r>
            <a:r>
              <a:rPr dirty="0"/>
              <a:t>valuation.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 syst</a:t>
            </a:r>
            <a:r>
              <a:rPr lang="fr-FR" dirty="0"/>
              <a:t>è</a:t>
            </a:r>
            <a:r>
              <a:rPr dirty="0"/>
              <a:t>me r</a:t>
            </a:r>
            <a:r>
              <a:rPr lang="fr-FR" dirty="0"/>
              <a:t>é</a:t>
            </a:r>
            <a:r>
              <a:rPr dirty="0"/>
              <a:t>pond au </a:t>
            </a:r>
            <a:r>
              <a:rPr dirty="0" err="1"/>
              <a:t>besoin</a:t>
            </a:r>
            <a:r>
              <a:rPr dirty="0"/>
              <a:t> principal : </a:t>
            </a:r>
            <a:r>
              <a:rPr dirty="0" err="1"/>
              <a:t>interroger</a:t>
            </a:r>
            <a:r>
              <a:rPr dirty="0"/>
              <a:t> des </a:t>
            </a:r>
            <a:r>
              <a:rPr lang="fr-FR" dirty="0"/>
              <a:t>é</a:t>
            </a:r>
            <a:r>
              <a:rPr dirty="0"/>
              <a:t>v</a:t>
            </a:r>
            <a:r>
              <a:rPr lang="fr-FR" dirty="0"/>
              <a:t>è</a:t>
            </a:r>
            <a:r>
              <a:rPr dirty="0" err="1"/>
              <a:t>nements</a:t>
            </a:r>
            <a:r>
              <a:rPr dirty="0"/>
              <a:t> </a:t>
            </a:r>
            <a:r>
              <a:rPr dirty="0" err="1"/>
              <a:t>culturels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langage</a:t>
            </a:r>
            <a:r>
              <a:rPr dirty="0"/>
              <a:t> naturel tout </a:t>
            </a:r>
            <a:r>
              <a:rPr dirty="0" err="1"/>
              <a:t>en</a:t>
            </a:r>
            <a:r>
              <a:rPr dirty="0"/>
              <a:t> s</a:t>
            </a:r>
            <a:r>
              <a:rPr lang="fr-FR" dirty="0"/>
              <a:t>'</a:t>
            </a:r>
            <a:r>
              <a:rPr dirty="0" err="1"/>
              <a:t>appuyant</a:t>
            </a:r>
            <a:r>
              <a:rPr dirty="0"/>
              <a:t> sur des sources v</a:t>
            </a:r>
            <a:r>
              <a:rPr lang="fr-FR" dirty="0"/>
              <a:t>é</a:t>
            </a:r>
            <a:r>
              <a:rPr dirty="0" err="1"/>
              <a:t>rifiables</a:t>
            </a:r>
            <a:r>
              <a:rPr dirty="0"/>
              <a:t>.</a:t>
            </a:r>
          </a:p>
          <a:p>
            <a:pPr>
              <a:defRPr sz="1900"/>
            </a:pPr>
            <a:r>
              <a:rPr dirty="0"/>
              <a:t>L</a:t>
            </a:r>
            <a:r>
              <a:rPr lang="fr-FR" dirty="0"/>
              <a:t>'</a:t>
            </a:r>
            <a:r>
              <a:rPr dirty="0"/>
              <a:t>architecture </a:t>
            </a:r>
            <a:r>
              <a:rPr dirty="0" err="1"/>
              <a:t>retenue</a:t>
            </a:r>
            <a:r>
              <a:rPr dirty="0"/>
              <a:t> </a:t>
            </a:r>
            <a:r>
              <a:rPr dirty="0" err="1"/>
              <a:t>limite</a:t>
            </a:r>
            <a:r>
              <a:rPr dirty="0"/>
              <a:t> les hallucinations et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mettre</a:t>
            </a:r>
            <a:r>
              <a:rPr dirty="0"/>
              <a:t> </a:t>
            </a:r>
            <a:r>
              <a:rPr lang="fr-FR" dirty="0"/>
              <a:t>à</a:t>
            </a:r>
            <a:r>
              <a:rPr dirty="0"/>
              <a:t> jour la base sans r</a:t>
            </a:r>
            <a:r>
              <a:rPr lang="fr-FR" dirty="0"/>
              <a:t>é</a:t>
            </a:r>
            <a:r>
              <a:rPr dirty="0" err="1"/>
              <a:t>entra</a:t>
            </a:r>
            <a:r>
              <a:rPr lang="fr-FR" dirty="0"/>
              <a:t>î</a:t>
            </a:r>
            <a:r>
              <a:rPr dirty="0" err="1"/>
              <a:t>ner</a:t>
            </a:r>
            <a:r>
              <a:rPr dirty="0"/>
              <a:t> un mod</a:t>
            </a:r>
            <a:r>
              <a:rPr lang="fr-FR" dirty="0"/>
              <a:t>è</a:t>
            </a:r>
            <a:r>
              <a:rPr dirty="0"/>
              <a:t>le.</a:t>
            </a:r>
          </a:p>
          <a:p>
            <a:pPr>
              <a:defRPr sz="1900"/>
            </a:pPr>
            <a:endParaRPr dirty="0"/>
          </a:p>
          <a:p>
            <a:pPr>
              <a:defRPr sz="1900"/>
            </a:pPr>
            <a:r>
              <a:rPr dirty="0"/>
              <a:t>Les </a:t>
            </a:r>
            <a:r>
              <a:rPr dirty="0" err="1"/>
              <a:t>prochaines</a:t>
            </a:r>
            <a:r>
              <a:rPr dirty="0"/>
              <a:t> </a:t>
            </a:r>
            <a:r>
              <a:rPr lang="fr-FR" dirty="0"/>
              <a:t>é</a:t>
            </a:r>
            <a:r>
              <a:rPr dirty="0"/>
              <a:t>tapes </a:t>
            </a:r>
            <a:r>
              <a:rPr dirty="0" err="1"/>
              <a:t>concernent</a:t>
            </a:r>
            <a:r>
              <a:rPr dirty="0"/>
              <a:t> surtout le </a:t>
            </a:r>
            <a:r>
              <a:rPr dirty="0" err="1"/>
              <a:t>renforcement</a:t>
            </a:r>
            <a:r>
              <a:rPr dirty="0"/>
              <a:t> de la </a:t>
            </a:r>
            <a:r>
              <a:rPr dirty="0" err="1"/>
              <a:t>logique</a:t>
            </a:r>
            <a:r>
              <a:rPr dirty="0"/>
              <a:t> m</a:t>
            </a:r>
            <a:r>
              <a:rPr lang="fr-FR" dirty="0"/>
              <a:t>é</a:t>
            </a:r>
            <a:r>
              <a:rPr dirty="0"/>
              <a:t>tier, l</a:t>
            </a:r>
            <a:r>
              <a:rPr lang="fr-FR" dirty="0"/>
              <a:t>'</a:t>
            </a:r>
            <a:r>
              <a:rPr dirty="0"/>
              <a:t>am</a:t>
            </a:r>
            <a:r>
              <a:rPr lang="fr-FR" dirty="0"/>
              <a:t>é</a:t>
            </a:r>
            <a:r>
              <a:rPr dirty="0" err="1"/>
              <a:t>lioration</a:t>
            </a:r>
            <a:r>
              <a:rPr dirty="0"/>
              <a:t> de l</a:t>
            </a:r>
            <a:r>
              <a:rPr lang="fr-FR" dirty="0"/>
              <a:t>’é</a:t>
            </a:r>
            <a:r>
              <a:rPr dirty="0"/>
              <a:t>valuation et la pr</a:t>
            </a:r>
            <a:r>
              <a:rPr lang="fr-FR" dirty="0"/>
              <a:t>é</a:t>
            </a:r>
            <a:r>
              <a:rPr dirty="0" err="1"/>
              <a:t>paration</a:t>
            </a:r>
            <a:r>
              <a:rPr dirty="0"/>
              <a:t> d</a:t>
            </a:r>
            <a:r>
              <a:rPr lang="fr-FR" dirty="0"/>
              <a:t>'</a:t>
            </a:r>
            <a:r>
              <a:rPr dirty="0"/>
              <a:t>un d</a:t>
            </a:r>
            <a:r>
              <a:rPr lang="fr-FR"/>
              <a:t>é</a:t>
            </a:r>
            <a:r>
              <a:t>ploiement</a:t>
            </a:r>
            <a:r>
              <a:rPr dirty="0"/>
              <a:t> plus </a:t>
            </a:r>
            <a:r>
              <a:rPr dirty="0" err="1"/>
              <a:t>robuste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2264</Words>
  <Application>Microsoft Office PowerPoint</Application>
  <PresentationFormat>Grand écran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Puls-Events RAG Chatbot</vt:lpstr>
      <vt:lpstr>Contexte du projet</vt:lpstr>
      <vt:lpstr>Objectifs métier</vt:lpstr>
      <vt:lpstr>Principe général du RAG</vt:lpstr>
      <vt:lpstr>Chaîne globale du système</vt:lpstr>
      <vt:lpstr>Collecte et préparation des données</vt:lpstr>
      <vt:lpstr>Transformation en documents et chunks</vt:lpstr>
      <vt:lpstr>Embeddings et index FAISS</vt:lpstr>
      <vt:lpstr>Fonctionnement du chatbot RAG</vt:lpstr>
      <vt:lpstr>Prompt et réduction des hallucinations</vt:lpstr>
      <vt:lpstr>Logique métier ajoutée</vt:lpstr>
      <vt:lpstr>API REST FastAPI</vt:lpstr>
      <vt:lpstr>Evaluation du système</vt:lpstr>
      <vt:lpstr>Résultats des tests techniques</vt:lpstr>
      <vt:lpstr>Résultats d’évaluation RAG</vt:lpstr>
      <vt:lpstr>Déploiement local</vt:lpstr>
      <vt:lpstr>Limites actuelles</vt:lpstr>
      <vt:lpstr>Perspectives d'amélioration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PIERRE Camille</cp:lastModifiedBy>
  <cp:revision>22</cp:revision>
  <dcterms:created xsi:type="dcterms:W3CDTF">2013-01-27T09:14:16Z</dcterms:created>
  <dcterms:modified xsi:type="dcterms:W3CDTF">2026-07-19T13:17:41Z</dcterms:modified>
  <cp:category/>
</cp:coreProperties>
</file>